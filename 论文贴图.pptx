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6" r:id="rId3"/>
    <p:sldId id="285" r:id="rId4"/>
    <p:sldId id="281" r:id="rId5"/>
    <p:sldId id="279" r:id="rId6"/>
    <p:sldId id="287" r:id="rId7"/>
    <p:sldId id="288" r:id="rId8"/>
    <p:sldId id="289" r:id="rId9"/>
    <p:sldId id="283" r:id="rId10"/>
    <p:sldId id="284" r:id="rId11"/>
    <p:sldId id="295" r:id="rId12"/>
  </p:sldIdLst>
  <p:sldSz cx="30959425" cy="3239897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3F3C3C"/>
    <a:srgbClr val="393B36"/>
    <a:srgbClr val="393A3B"/>
    <a:srgbClr val="EDEDED"/>
    <a:srgbClr val="D6DCE5"/>
    <a:srgbClr val="3982AF"/>
    <a:srgbClr val="89E0FF"/>
    <a:srgbClr val="E4F8F6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3772" autoAdjust="0"/>
  </p:normalViewPr>
  <p:slideViewPr>
    <p:cSldViewPr snapToGrid="0">
      <p:cViewPr varScale="1">
        <p:scale>
          <a:sx n="35" d="100"/>
          <a:sy n="35" d="100"/>
        </p:scale>
        <p:origin x="2216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7EAA9-DB38-4B73-85A4-90C9561D5E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54213" y="1143000"/>
            <a:ext cx="294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93777-486E-4ADC-B93B-CE26B8B2A2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1pPr>
    <a:lvl2pPr marL="996315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2pPr>
    <a:lvl3pPr marL="1992630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3pPr>
    <a:lvl4pPr marL="2988310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4pPr>
    <a:lvl5pPr marL="3984625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5pPr>
    <a:lvl6pPr marL="4980940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6pPr>
    <a:lvl7pPr marL="5977255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7pPr>
    <a:lvl8pPr marL="6973570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8pPr>
    <a:lvl9pPr marL="7969885" algn="l" defTabSz="1992630" rtl="0" eaLnBrk="1" latinLnBrk="0" hangingPunct="1">
      <a:defRPr sz="26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1957" y="5302386"/>
            <a:ext cx="26315511" cy="11279752"/>
          </a:xfrm>
        </p:spPr>
        <p:txBody>
          <a:bodyPr anchor="b"/>
          <a:lstStyle>
            <a:lvl1pPr algn="ctr">
              <a:defRPr sz="20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928" y="17017128"/>
            <a:ext cx="23219569" cy="7822326"/>
          </a:xfrm>
        </p:spPr>
        <p:txBody>
          <a:bodyPr/>
          <a:lstStyle>
            <a:lvl1pPr marL="0" indent="0" algn="ctr">
              <a:buNone/>
              <a:defRPr sz="8125"/>
            </a:lvl1pPr>
            <a:lvl2pPr marL="1548130" indent="0" algn="ctr">
              <a:buNone/>
              <a:defRPr sz="6770"/>
            </a:lvl2pPr>
            <a:lvl3pPr marL="3096260" indent="0" algn="ctr">
              <a:buNone/>
              <a:defRPr sz="6095"/>
            </a:lvl3pPr>
            <a:lvl4pPr marL="4643755" indent="0" algn="ctr">
              <a:buNone/>
              <a:defRPr sz="5415"/>
            </a:lvl4pPr>
            <a:lvl5pPr marL="6191885" indent="0" algn="ctr">
              <a:buNone/>
              <a:defRPr sz="5415"/>
            </a:lvl5pPr>
            <a:lvl6pPr marL="7740015" indent="0" algn="ctr">
              <a:buNone/>
              <a:defRPr sz="5415"/>
            </a:lvl6pPr>
            <a:lvl7pPr marL="9288145" indent="0" algn="ctr">
              <a:buNone/>
              <a:defRPr sz="5415"/>
            </a:lvl7pPr>
            <a:lvl8pPr marL="10835640" indent="0" algn="ctr">
              <a:buNone/>
              <a:defRPr sz="5415"/>
            </a:lvl8pPr>
            <a:lvl9pPr marL="12383770" indent="0" algn="ctr">
              <a:buNone/>
              <a:defRPr sz="541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337" y="8077332"/>
            <a:ext cx="26702504" cy="13477201"/>
          </a:xfrm>
        </p:spPr>
        <p:txBody>
          <a:bodyPr anchor="b"/>
          <a:lstStyle>
            <a:lvl1pPr>
              <a:defRPr sz="20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337" y="21682033"/>
            <a:ext cx="26702504" cy="7087342"/>
          </a:xfrm>
        </p:spPr>
        <p:txBody>
          <a:bodyPr/>
          <a:lstStyle>
            <a:lvl1pPr marL="0" indent="0">
              <a:buNone/>
              <a:defRPr sz="8125">
                <a:solidFill>
                  <a:schemeClr val="tx1"/>
                </a:solidFill>
              </a:defRPr>
            </a:lvl1pPr>
            <a:lvl2pPr marL="1548130" indent="0">
              <a:buNone/>
              <a:defRPr sz="6770">
                <a:solidFill>
                  <a:schemeClr val="tx1">
                    <a:tint val="75000"/>
                  </a:schemeClr>
                </a:solidFill>
              </a:defRPr>
            </a:lvl2pPr>
            <a:lvl3pPr marL="3096260" indent="0">
              <a:buNone/>
              <a:defRPr sz="6095">
                <a:solidFill>
                  <a:schemeClr val="tx1">
                    <a:tint val="75000"/>
                  </a:schemeClr>
                </a:solidFill>
              </a:defRPr>
            </a:lvl3pPr>
            <a:lvl4pPr marL="464375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4pPr>
            <a:lvl5pPr marL="619188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5pPr>
            <a:lvl6pPr marL="774001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6pPr>
            <a:lvl7pPr marL="928814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7pPr>
            <a:lvl8pPr marL="1083564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8pPr>
            <a:lvl9pPr marL="1238377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460" y="8624810"/>
            <a:ext cx="13157756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3209" y="8624810"/>
            <a:ext cx="13157756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493" y="1724969"/>
            <a:ext cx="26702504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496" y="7942328"/>
            <a:ext cx="13097286" cy="3892412"/>
          </a:xfrm>
        </p:spPr>
        <p:txBody>
          <a:bodyPr anchor="b"/>
          <a:lstStyle>
            <a:lvl1pPr marL="0" indent="0">
              <a:buNone/>
              <a:defRPr sz="8125" b="1"/>
            </a:lvl1pPr>
            <a:lvl2pPr marL="1548130" indent="0">
              <a:buNone/>
              <a:defRPr sz="6770" b="1"/>
            </a:lvl2pPr>
            <a:lvl3pPr marL="3096260" indent="0">
              <a:buNone/>
              <a:defRPr sz="6095" b="1"/>
            </a:lvl3pPr>
            <a:lvl4pPr marL="4643755" indent="0">
              <a:buNone/>
              <a:defRPr sz="5415" b="1"/>
            </a:lvl4pPr>
            <a:lvl5pPr marL="6191885" indent="0">
              <a:buNone/>
              <a:defRPr sz="5415" b="1"/>
            </a:lvl5pPr>
            <a:lvl6pPr marL="7740015" indent="0">
              <a:buNone/>
              <a:defRPr sz="5415" b="1"/>
            </a:lvl6pPr>
            <a:lvl7pPr marL="9288145" indent="0">
              <a:buNone/>
              <a:defRPr sz="5415" b="1"/>
            </a:lvl7pPr>
            <a:lvl8pPr marL="10835640" indent="0">
              <a:buNone/>
              <a:defRPr sz="5415" b="1"/>
            </a:lvl8pPr>
            <a:lvl9pPr marL="12383770" indent="0">
              <a:buNone/>
              <a:defRPr sz="541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496" y="11834740"/>
            <a:ext cx="13097286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3211" y="7942328"/>
            <a:ext cx="13161788" cy="3892412"/>
          </a:xfrm>
        </p:spPr>
        <p:txBody>
          <a:bodyPr anchor="b"/>
          <a:lstStyle>
            <a:lvl1pPr marL="0" indent="0">
              <a:buNone/>
              <a:defRPr sz="8125" b="1"/>
            </a:lvl1pPr>
            <a:lvl2pPr marL="1548130" indent="0">
              <a:buNone/>
              <a:defRPr sz="6770" b="1"/>
            </a:lvl2pPr>
            <a:lvl3pPr marL="3096260" indent="0">
              <a:buNone/>
              <a:defRPr sz="6095" b="1"/>
            </a:lvl3pPr>
            <a:lvl4pPr marL="4643755" indent="0">
              <a:buNone/>
              <a:defRPr sz="5415" b="1"/>
            </a:lvl4pPr>
            <a:lvl5pPr marL="6191885" indent="0">
              <a:buNone/>
              <a:defRPr sz="5415" b="1"/>
            </a:lvl5pPr>
            <a:lvl6pPr marL="7740015" indent="0">
              <a:buNone/>
              <a:defRPr sz="5415" b="1"/>
            </a:lvl6pPr>
            <a:lvl7pPr marL="9288145" indent="0">
              <a:buNone/>
              <a:defRPr sz="5415" b="1"/>
            </a:lvl7pPr>
            <a:lvl8pPr marL="10835640" indent="0">
              <a:buNone/>
              <a:defRPr sz="5415" b="1"/>
            </a:lvl8pPr>
            <a:lvl9pPr marL="12383770" indent="0">
              <a:buNone/>
              <a:defRPr sz="541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3211" y="11834740"/>
            <a:ext cx="13161788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493" y="2159952"/>
            <a:ext cx="9985220" cy="7559834"/>
          </a:xfrm>
        </p:spPr>
        <p:txBody>
          <a:bodyPr anchor="b"/>
          <a:lstStyle>
            <a:lvl1pPr>
              <a:defRPr sz="10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1788" y="4664905"/>
            <a:ext cx="15673209" cy="23024494"/>
          </a:xfrm>
        </p:spPr>
        <p:txBody>
          <a:bodyPr/>
          <a:lstStyle>
            <a:lvl1pPr>
              <a:defRPr sz="10835"/>
            </a:lvl1pPr>
            <a:lvl2pPr>
              <a:defRPr sz="9480"/>
            </a:lvl2pPr>
            <a:lvl3pPr>
              <a:defRPr sz="8125"/>
            </a:lvl3pPr>
            <a:lvl4pPr>
              <a:defRPr sz="6770"/>
            </a:lvl4pPr>
            <a:lvl5pPr>
              <a:defRPr sz="6770"/>
            </a:lvl5pPr>
            <a:lvl6pPr>
              <a:defRPr sz="6770"/>
            </a:lvl6pPr>
            <a:lvl7pPr>
              <a:defRPr sz="6770"/>
            </a:lvl7pPr>
            <a:lvl8pPr>
              <a:defRPr sz="6770"/>
            </a:lvl8pPr>
            <a:lvl9pPr>
              <a:defRPr sz="677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493" y="9719786"/>
            <a:ext cx="9985220" cy="18007107"/>
          </a:xfrm>
        </p:spPr>
        <p:txBody>
          <a:bodyPr/>
          <a:lstStyle>
            <a:lvl1pPr marL="0" indent="0">
              <a:buNone/>
              <a:defRPr sz="5415"/>
            </a:lvl1pPr>
            <a:lvl2pPr marL="1548130" indent="0">
              <a:buNone/>
              <a:defRPr sz="4740"/>
            </a:lvl2pPr>
            <a:lvl3pPr marL="3096260" indent="0">
              <a:buNone/>
              <a:defRPr sz="4065"/>
            </a:lvl3pPr>
            <a:lvl4pPr marL="4643755" indent="0">
              <a:buNone/>
              <a:defRPr sz="3385"/>
            </a:lvl4pPr>
            <a:lvl5pPr marL="6191885" indent="0">
              <a:buNone/>
              <a:defRPr sz="3385"/>
            </a:lvl5pPr>
            <a:lvl6pPr marL="7740015" indent="0">
              <a:buNone/>
              <a:defRPr sz="3385"/>
            </a:lvl6pPr>
            <a:lvl7pPr marL="9288145" indent="0">
              <a:buNone/>
              <a:defRPr sz="3385"/>
            </a:lvl7pPr>
            <a:lvl8pPr marL="10835640" indent="0">
              <a:buNone/>
              <a:defRPr sz="3385"/>
            </a:lvl8pPr>
            <a:lvl9pPr marL="12383770" indent="0">
              <a:buNone/>
              <a:defRPr sz="33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493" y="2159952"/>
            <a:ext cx="9985220" cy="7559834"/>
          </a:xfrm>
        </p:spPr>
        <p:txBody>
          <a:bodyPr anchor="b"/>
          <a:lstStyle>
            <a:lvl1pPr>
              <a:defRPr sz="10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1788" y="4664905"/>
            <a:ext cx="15673209" cy="23024494"/>
          </a:xfrm>
        </p:spPr>
        <p:txBody>
          <a:bodyPr anchor="t"/>
          <a:lstStyle>
            <a:lvl1pPr marL="0" indent="0">
              <a:buNone/>
              <a:defRPr sz="10835"/>
            </a:lvl1pPr>
            <a:lvl2pPr marL="1548130" indent="0">
              <a:buNone/>
              <a:defRPr sz="9480"/>
            </a:lvl2pPr>
            <a:lvl3pPr marL="3096260" indent="0">
              <a:buNone/>
              <a:defRPr sz="8125"/>
            </a:lvl3pPr>
            <a:lvl4pPr marL="4643755" indent="0">
              <a:buNone/>
              <a:defRPr sz="6770"/>
            </a:lvl4pPr>
            <a:lvl5pPr marL="6191885" indent="0">
              <a:buNone/>
              <a:defRPr sz="6770"/>
            </a:lvl5pPr>
            <a:lvl6pPr marL="7740015" indent="0">
              <a:buNone/>
              <a:defRPr sz="6770"/>
            </a:lvl6pPr>
            <a:lvl7pPr marL="9288145" indent="0">
              <a:buNone/>
              <a:defRPr sz="6770"/>
            </a:lvl7pPr>
            <a:lvl8pPr marL="10835640" indent="0">
              <a:buNone/>
              <a:defRPr sz="6770"/>
            </a:lvl8pPr>
            <a:lvl9pPr marL="12383770" indent="0">
              <a:buNone/>
              <a:defRPr sz="677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493" y="9719786"/>
            <a:ext cx="9985220" cy="18007107"/>
          </a:xfrm>
        </p:spPr>
        <p:txBody>
          <a:bodyPr/>
          <a:lstStyle>
            <a:lvl1pPr marL="0" indent="0">
              <a:buNone/>
              <a:defRPr sz="5415"/>
            </a:lvl1pPr>
            <a:lvl2pPr marL="1548130" indent="0">
              <a:buNone/>
              <a:defRPr sz="4740"/>
            </a:lvl2pPr>
            <a:lvl3pPr marL="3096260" indent="0">
              <a:buNone/>
              <a:defRPr sz="4065"/>
            </a:lvl3pPr>
            <a:lvl4pPr marL="4643755" indent="0">
              <a:buNone/>
              <a:defRPr sz="3385"/>
            </a:lvl4pPr>
            <a:lvl5pPr marL="6191885" indent="0">
              <a:buNone/>
              <a:defRPr sz="3385"/>
            </a:lvl5pPr>
            <a:lvl6pPr marL="7740015" indent="0">
              <a:buNone/>
              <a:defRPr sz="3385"/>
            </a:lvl6pPr>
            <a:lvl7pPr marL="9288145" indent="0">
              <a:buNone/>
              <a:defRPr sz="3385"/>
            </a:lvl7pPr>
            <a:lvl8pPr marL="10835640" indent="0">
              <a:buNone/>
              <a:defRPr sz="3385"/>
            </a:lvl8pPr>
            <a:lvl9pPr marL="12383770" indent="0">
              <a:buNone/>
              <a:defRPr sz="33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5340" y="1724962"/>
            <a:ext cx="6675626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462" y="1724962"/>
            <a:ext cx="19639885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55347" y="2803260"/>
            <a:ext cx="28848738" cy="3607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55347" y="7259526"/>
            <a:ext cx="28848738" cy="21520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975360" lvl="0" indent="-73152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950720" lvl="1" indent="-677545">
              <a:spcBef>
                <a:spcPts val="3410"/>
              </a:spcBef>
              <a:spcAft>
                <a:spcPts val="0"/>
              </a:spcAft>
              <a:buSzPts val="1400"/>
              <a:buChar char="○"/>
              <a:defRPr/>
            </a:lvl2pPr>
            <a:lvl3pPr marL="2926080" lvl="2" indent="-677545">
              <a:spcBef>
                <a:spcPts val="3410"/>
              </a:spcBef>
              <a:spcAft>
                <a:spcPts val="0"/>
              </a:spcAft>
              <a:buSzPts val="1400"/>
              <a:buChar char="■"/>
              <a:defRPr/>
            </a:lvl3pPr>
            <a:lvl4pPr marL="3902075" lvl="3" indent="-677545">
              <a:spcBef>
                <a:spcPts val="3410"/>
              </a:spcBef>
              <a:spcAft>
                <a:spcPts val="0"/>
              </a:spcAft>
              <a:buSzPts val="1400"/>
              <a:buChar char="●"/>
              <a:defRPr/>
            </a:lvl4pPr>
            <a:lvl5pPr marL="4877435" lvl="4" indent="-677545">
              <a:spcBef>
                <a:spcPts val="3410"/>
              </a:spcBef>
              <a:spcAft>
                <a:spcPts val="0"/>
              </a:spcAft>
              <a:buSzPts val="1400"/>
              <a:buChar char="○"/>
              <a:defRPr/>
            </a:lvl5pPr>
            <a:lvl6pPr marL="5852795" lvl="5" indent="-677545">
              <a:spcBef>
                <a:spcPts val="3410"/>
              </a:spcBef>
              <a:spcAft>
                <a:spcPts val="0"/>
              </a:spcAft>
              <a:buSzPts val="1400"/>
              <a:buChar char="■"/>
              <a:defRPr/>
            </a:lvl6pPr>
            <a:lvl7pPr marL="6828155" lvl="6" indent="-677545">
              <a:spcBef>
                <a:spcPts val="3410"/>
              </a:spcBef>
              <a:spcAft>
                <a:spcPts val="0"/>
              </a:spcAft>
              <a:buSzPts val="1400"/>
              <a:buChar char="●"/>
              <a:defRPr/>
            </a:lvl7pPr>
            <a:lvl8pPr marL="7803515" lvl="7" indent="-677545">
              <a:spcBef>
                <a:spcPts val="3410"/>
              </a:spcBef>
              <a:spcAft>
                <a:spcPts val="0"/>
              </a:spcAft>
              <a:buSzPts val="1400"/>
              <a:buChar char="○"/>
              <a:defRPr/>
            </a:lvl8pPr>
            <a:lvl9pPr marL="8778875" lvl="8" indent="-677545">
              <a:spcBef>
                <a:spcPts val="3410"/>
              </a:spcBef>
              <a:spcAft>
                <a:spcPts val="341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685754" y="29373970"/>
            <a:ext cx="1857769" cy="24793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461" y="1724969"/>
            <a:ext cx="26702504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461" y="8624810"/>
            <a:ext cx="26702504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460" y="30029347"/>
            <a:ext cx="6965871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0089-DE20-4222-AA46-3EDAC0BF34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5310" y="30029347"/>
            <a:ext cx="10448806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5094" y="30029347"/>
            <a:ext cx="6965871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37B9A-8855-4D97-9105-8FD9632326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3096260" rtl="0" eaLnBrk="1" latinLnBrk="0" hangingPunct="1">
        <a:lnSpc>
          <a:spcPct val="90000"/>
        </a:lnSpc>
        <a:spcBef>
          <a:spcPct val="0"/>
        </a:spcBef>
        <a:buNone/>
        <a:defRPr sz="1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4065" indent="-774065" algn="l" defTabSz="3096260" rtl="0" eaLnBrk="1" latinLnBrk="0" hangingPunct="1">
        <a:lnSpc>
          <a:spcPct val="90000"/>
        </a:lnSpc>
        <a:spcBef>
          <a:spcPts val="3385"/>
        </a:spcBef>
        <a:buFont typeface="Arial" panose="020B0604020202020204" pitchFamily="34" charset="0"/>
        <a:buChar char="•"/>
        <a:defRPr sz="9480" kern="1200">
          <a:solidFill>
            <a:schemeClr val="tx1"/>
          </a:solidFill>
          <a:latin typeface="+mn-lt"/>
          <a:ea typeface="+mn-ea"/>
          <a:cs typeface="+mn-cs"/>
        </a:defRPr>
      </a:lvl1pPr>
      <a:lvl2pPr marL="2322195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8125" kern="1200">
          <a:solidFill>
            <a:schemeClr val="tx1"/>
          </a:solidFill>
          <a:latin typeface="+mn-lt"/>
          <a:ea typeface="+mn-ea"/>
          <a:cs typeface="+mn-cs"/>
        </a:defRPr>
      </a:lvl2pPr>
      <a:lvl3pPr marL="3869690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770" kern="1200">
          <a:solidFill>
            <a:schemeClr val="tx1"/>
          </a:solidFill>
          <a:latin typeface="+mn-lt"/>
          <a:ea typeface="+mn-ea"/>
          <a:cs typeface="+mn-cs"/>
        </a:defRPr>
      </a:lvl3pPr>
      <a:lvl4pPr marL="5417820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095" kern="1200">
          <a:solidFill>
            <a:schemeClr val="tx1"/>
          </a:solidFill>
          <a:latin typeface="+mn-lt"/>
          <a:ea typeface="+mn-ea"/>
          <a:cs typeface="+mn-cs"/>
        </a:defRPr>
      </a:lvl4pPr>
      <a:lvl5pPr marL="6965950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095" kern="1200">
          <a:solidFill>
            <a:schemeClr val="tx1"/>
          </a:solidFill>
          <a:latin typeface="+mn-lt"/>
          <a:ea typeface="+mn-ea"/>
          <a:cs typeface="+mn-cs"/>
        </a:defRPr>
      </a:lvl5pPr>
      <a:lvl6pPr marL="8514080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095" kern="1200">
          <a:solidFill>
            <a:schemeClr val="tx1"/>
          </a:solidFill>
          <a:latin typeface="+mn-lt"/>
          <a:ea typeface="+mn-ea"/>
          <a:cs typeface="+mn-cs"/>
        </a:defRPr>
      </a:lvl6pPr>
      <a:lvl7pPr marL="10062210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095" kern="1200">
          <a:solidFill>
            <a:schemeClr val="tx1"/>
          </a:solidFill>
          <a:latin typeface="+mn-lt"/>
          <a:ea typeface="+mn-ea"/>
          <a:cs typeface="+mn-cs"/>
        </a:defRPr>
      </a:lvl7pPr>
      <a:lvl8pPr marL="11609705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095" kern="1200">
          <a:solidFill>
            <a:schemeClr val="tx1"/>
          </a:solidFill>
          <a:latin typeface="+mn-lt"/>
          <a:ea typeface="+mn-ea"/>
          <a:cs typeface="+mn-cs"/>
        </a:defRPr>
      </a:lvl8pPr>
      <a:lvl9pPr marL="13157835" indent="-774065" algn="l" defTabSz="3096260" rtl="0" eaLnBrk="1" latinLnBrk="0" hangingPunct="1">
        <a:lnSpc>
          <a:spcPct val="90000"/>
        </a:lnSpc>
        <a:spcBef>
          <a:spcPts val="1695"/>
        </a:spcBef>
        <a:buFont typeface="Arial" panose="020B0604020202020204" pitchFamily="34" charset="0"/>
        <a:buChar char="•"/>
        <a:defRPr sz="60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1pPr>
      <a:lvl2pPr marL="1548130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2pPr>
      <a:lvl3pPr marL="3096260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3pPr>
      <a:lvl4pPr marL="4643755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4pPr>
      <a:lvl5pPr marL="6191885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5pPr>
      <a:lvl6pPr marL="7740015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6pPr>
      <a:lvl7pPr marL="9288145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7pPr>
      <a:lvl8pPr marL="10835640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8pPr>
      <a:lvl9pPr marL="12383770" algn="l" defTabSz="3096260" rtl="0" eaLnBrk="1" latinLnBrk="0" hangingPunct="1">
        <a:defRPr sz="60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.jpeg"/><Relationship Id="rId7" Type="http://schemas.openxmlformats.org/officeDocument/2006/relationships/image" Target="../media/image13.jpe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7.png"/><Relationship Id="rId10" Type="http://schemas.openxmlformats.org/officeDocument/2006/relationships/image" Target="../media/image26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6.png"/><Relationship Id="rId15" Type="http://schemas.openxmlformats.org/officeDocument/2006/relationships/image" Target="../media/image45.png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67.png"/><Relationship Id="rId12" Type="http://schemas.openxmlformats.org/officeDocument/2006/relationships/image" Target="../media/image66.png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1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400935" y="1880235"/>
            <a:ext cx="27171015" cy="22938740"/>
            <a:chOff x="3781" y="2961"/>
            <a:chExt cx="42789" cy="36124"/>
          </a:xfrm>
        </p:grpSpPr>
        <p:sp>
          <p:nvSpPr>
            <p:cNvPr id="4" name="矩形: 圆角 3"/>
            <p:cNvSpPr/>
            <p:nvPr/>
          </p:nvSpPr>
          <p:spPr>
            <a:xfrm>
              <a:off x="3917" y="6342"/>
              <a:ext cx="42653" cy="7463"/>
            </a:xfrm>
            <a:prstGeom prst="roundRect">
              <a:avLst>
                <a:gd name="adj" fmla="val 420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 rot="0">
              <a:off x="20782" y="2961"/>
              <a:ext cx="9907" cy="2040"/>
              <a:chOff x="20135242" y="2194560"/>
              <a:chExt cx="6290918" cy="1295355"/>
            </a:xfrm>
          </p:grpSpPr>
          <p:sp>
            <p:nvSpPr>
              <p:cNvPr id="7" name="流程图: 数据 6"/>
              <p:cNvSpPr/>
              <p:nvPr/>
            </p:nvSpPr>
            <p:spPr>
              <a:xfrm>
                <a:off x="20135242" y="2194560"/>
                <a:ext cx="6290918" cy="1295355"/>
              </a:xfrm>
              <a:prstGeom prst="flowChartInputOutput">
                <a:avLst/>
              </a:prstGeom>
              <a:solidFill>
                <a:srgbClr val="EDEDE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1195792" y="2378983"/>
                <a:ext cx="4615385" cy="921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RGB-D frames</a:t>
                </a:r>
                <a:endParaRPr lang="en-US" altLang="zh-CN" sz="5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箭头: 下 9"/>
            <p:cNvSpPr/>
            <p:nvPr/>
          </p:nvSpPr>
          <p:spPr>
            <a:xfrm>
              <a:off x="24819" y="5186"/>
              <a:ext cx="987" cy="1162"/>
            </a:xfrm>
            <a:prstGeom prst="down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箭头: 下 11"/>
            <p:cNvSpPr/>
            <p:nvPr/>
          </p:nvSpPr>
          <p:spPr>
            <a:xfrm>
              <a:off x="24971" y="13809"/>
              <a:ext cx="836" cy="1454"/>
            </a:xfrm>
            <a:prstGeom prst="down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6238" y="13866"/>
              <a:ext cx="9443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 Instance Masks</a:t>
              </a:r>
              <a:endParaRPr lang="zh-CN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 rot="0">
              <a:off x="4752" y="4757"/>
              <a:ext cx="8439" cy="3025"/>
              <a:chOff x="31596121" y="945182"/>
              <a:chExt cx="5358996" cy="202411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962187" y="945182"/>
                <a:ext cx="4626864" cy="2024116"/>
                <a:chOff x="31962187" y="945182"/>
                <a:chExt cx="4626864" cy="2024116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31962187" y="1918832"/>
                  <a:ext cx="4626864" cy="1050466"/>
                </a:xfrm>
                <a:prstGeom prst="rect">
                  <a:avLst/>
                </a:prstGeom>
                <a:solidFill>
                  <a:srgbClr val="EDEDE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31962187" y="945182"/>
                  <a:ext cx="4626864" cy="10504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" name="文本框 4"/>
              <p:cNvSpPr txBox="1"/>
              <p:nvPr/>
            </p:nvSpPr>
            <p:spPr>
              <a:xfrm>
                <a:off x="31596121" y="1297956"/>
                <a:ext cx="53589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Perception</a:t>
                </a:r>
                <a:endParaRPr lang="en-US" altLang="zh-CN" sz="7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8" name="矩形: 圆角 167"/>
            <p:cNvSpPr/>
            <p:nvPr/>
          </p:nvSpPr>
          <p:spPr>
            <a:xfrm>
              <a:off x="3917" y="15378"/>
              <a:ext cx="42653" cy="8261"/>
            </a:xfrm>
            <a:prstGeom prst="roundRect">
              <a:avLst>
                <a:gd name="adj" fmla="val 394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箭头: 下 13"/>
            <p:cNvSpPr/>
            <p:nvPr/>
          </p:nvSpPr>
          <p:spPr>
            <a:xfrm>
              <a:off x="24791" y="23633"/>
              <a:ext cx="987" cy="1565"/>
            </a:xfrm>
            <a:prstGeom prst="down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058" y="23777"/>
              <a:ext cx="9429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Stable</a:t>
              </a:r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5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Refined OBB</a:t>
              </a:r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 rot="0">
              <a:off x="4631" y="13822"/>
              <a:ext cx="8439" cy="3025"/>
              <a:chOff x="31496492" y="945182"/>
              <a:chExt cx="5358996" cy="2024116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1962187" y="945182"/>
                <a:ext cx="4626864" cy="2024116"/>
                <a:chOff x="31962187" y="945182"/>
                <a:chExt cx="4626864" cy="2024116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31962187" y="1918832"/>
                  <a:ext cx="4626864" cy="1050466"/>
                </a:xfrm>
                <a:prstGeom prst="rect">
                  <a:avLst/>
                </a:prstGeom>
                <a:solidFill>
                  <a:srgbClr val="EDEDE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31962187" y="945182"/>
                  <a:ext cx="4626864" cy="10504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" name="文本框 23"/>
              <p:cNvSpPr txBox="1"/>
              <p:nvPr/>
            </p:nvSpPr>
            <p:spPr>
              <a:xfrm>
                <a:off x="31496492" y="1279257"/>
                <a:ext cx="5358996" cy="126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Modeling</a:t>
                </a:r>
                <a:endParaRPr lang="en-US" altLang="zh-CN" sz="7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1" name="箭头: 右 280"/>
            <p:cNvSpPr/>
            <p:nvPr/>
          </p:nvSpPr>
          <p:spPr>
            <a:xfrm>
              <a:off x="24516" y="19632"/>
              <a:ext cx="1878" cy="116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3781" y="25358"/>
              <a:ext cx="42653" cy="9922"/>
            </a:xfrm>
            <a:prstGeom prst="roundRect">
              <a:avLst>
                <a:gd name="adj" fmla="val 394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 rot="0">
              <a:off x="5315" y="23799"/>
              <a:ext cx="5248" cy="3025"/>
              <a:chOff x="31962187" y="945182"/>
              <a:chExt cx="4626864" cy="2024116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31962187" y="945182"/>
                <a:ext cx="4626864" cy="2024116"/>
                <a:chOff x="31962187" y="945182"/>
                <a:chExt cx="4626864" cy="2024116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31962187" y="1918832"/>
                  <a:ext cx="4626864" cy="1050466"/>
                </a:xfrm>
                <a:prstGeom prst="rect">
                  <a:avLst/>
                </a:prstGeom>
                <a:solidFill>
                  <a:srgbClr val="EDEDE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31962187" y="945182"/>
                  <a:ext cx="4626864" cy="10504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" name="文本框 35"/>
              <p:cNvSpPr txBox="1"/>
              <p:nvPr/>
            </p:nvSpPr>
            <p:spPr>
              <a:xfrm>
                <a:off x="32401402" y="1254181"/>
                <a:ext cx="4109389" cy="1264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</a:t>
                </a:r>
                <a:endParaRPr lang="en-US" altLang="zh-CN" sz="7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9" name="箭头: 右 288"/>
            <p:cNvSpPr/>
            <p:nvPr/>
          </p:nvSpPr>
          <p:spPr>
            <a:xfrm>
              <a:off x="16874" y="30203"/>
              <a:ext cx="1761" cy="1162"/>
            </a:xfrm>
            <a:prstGeom prst="right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流程图: 终止 56"/>
            <p:cNvSpPr/>
            <p:nvPr/>
          </p:nvSpPr>
          <p:spPr>
            <a:xfrm>
              <a:off x="21476" y="36465"/>
              <a:ext cx="8669" cy="2620"/>
            </a:xfrm>
            <a:prstGeom prst="flowChartTerminator">
              <a:avLst/>
            </a:prstGeom>
            <a:solidFill>
              <a:srgbClr val="EDED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2351" y="37049"/>
              <a:ext cx="7268" cy="1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Execution</a:t>
              </a:r>
              <a:endParaRPr lang="en-US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箭头: 下 58"/>
            <p:cNvSpPr/>
            <p:nvPr/>
          </p:nvSpPr>
          <p:spPr>
            <a:xfrm>
              <a:off x="25092" y="35280"/>
              <a:ext cx="987" cy="1162"/>
            </a:xfrm>
            <a:prstGeom prst="downArrow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 rot="0">
              <a:off x="5637" y="16754"/>
              <a:ext cx="18283" cy="6099"/>
              <a:chOff x="3780979" y="10638737"/>
              <a:chExt cx="11609478" cy="3872609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3780979" y="10682857"/>
                <a:ext cx="11609478" cy="3828489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文本框 201"/>
              <p:cNvSpPr txBox="1"/>
              <p:nvPr/>
            </p:nvSpPr>
            <p:spPr>
              <a:xfrm>
                <a:off x="4081262" y="10638737"/>
                <a:ext cx="11014739" cy="83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Geometric Consistency Filtering</a:t>
                </a:r>
                <a:endParaRPr lang="en-US" altLang="zh-CN" sz="6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7027898" y="11662290"/>
                <a:ext cx="7459785" cy="2813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Pixel-to-3D Cross Consistency Conditional Filtering</a:t>
                </a:r>
                <a:endPara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1" name="图片 60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544" t="7040" r="21311" b="6561"/>
              <a:stretch>
                <a:fillRect/>
              </a:stretch>
            </p:blipFill>
            <p:spPr>
              <a:xfrm>
                <a:off x="4116904" y="12128140"/>
                <a:ext cx="2567321" cy="1924002"/>
              </a:xfrm>
              <a:prstGeom prst="rect">
                <a:avLst/>
              </a:prstGeom>
            </p:spPr>
          </p:pic>
          <p:cxnSp>
            <p:nvCxnSpPr>
              <p:cNvPr id="64" name="直接连接符 63"/>
              <p:cNvCxnSpPr/>
              <p:nvPr/>
            </p:nvCxnSpPr>
            <p:spPr>
              <a:xfrm>
                <a:off x="3780979" y="11702155"/>
                <a:ext cx="11609478" cy="2992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/>
            <p:cNvGrpSpPr/>
            <p:nvPr/>
          </p:nvGrpSpPr>
          <p:grpSpPr>
            <a:xfrm rot="0">
              <a:off x="26729" y="16787"/>
              <a:ext cx="18283" cy="6099"/>
              <a:chOff x="3780979" y="10638737"/>
              <a:chExt cx="11609478" cy="3872609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3780979" y="10682857"/>
                <a:ext cx="11609478" cy="3828489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4081262" y="10638737"/>
                <a:ext cx="1101473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Stabilization</a:t>
                </a:r>
                <a:endParaRPr lang="en-US" altLang="zh-CN" sz="6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7474585" y="12212978"/>
                <a:ext cx="745978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Multi-frame Consistency-Aware OBB Stabilization</a:t>
                </a:r>
                <a:endPara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>
                <a:off x="3780979" y="11727670"/>
                <a:ext cx="11609478" cy="44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组合 120"/>
            <p:cNvGrpSpPr/>
            <p:nvPr/>
          </p:nvGrpSpPr>
          <p:grpSpPr>
            <a:xfrm rot="0">
              <a:off x="4410" y="26772"/>
              <a:ext cx="12214" cy="7859"/>
              <a:chOff x="2698389" y="24499654"/>
              <a:chExt cx="7755843" cy="4990561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2730241" y="24543774"/>
                <a:ext cx="7723991" cy="4936482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2930025" y="24499654"/>
                <a:ext cx="732830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Estimation</a:t>
                </a:r>
                <a:endParaRPr lang="en-US" altLang="zh-CN" sz="6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5187662" y="26073895"/>
                <a:ext cx="496312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Kalman Filter-based Spatiotemporal Estimation</a:t>
                </a:r>
                <a:endPara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1" name="直接连接符 90"/>
              <p:cNvCxnSpPr/>
              <p:nvPr/>
            </p:nvCxnSpPr>
            <p:spPr>
              <a:xfrm>
                <a:off x="2698389" y="25559437"/>
                <a:ext cx="7755843" cy="3355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>
                <a:off x="2718235" y="26005649"/>
                <a:ext cx="2452840" cy="2999335"/>
                <a:chOff x="3272909" y="24761849"/>
                <a:chExt cx="3950851" cy="4316071"/>
              </a:xfrm>
            </p:grpSpPr>
            <p:pic>
              <p:nvPicPr>
                <p:cNvPr id="97" name="图片 96"/>
                <p:cNvPicPr/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429" t="19631" r="17395" b="6428"/>
                <a:stretch>
                  <a:fillRect/>
                </a:stretch>
              </p:blipFill>
              <p:spPr>
                <a:xfrm>
                  <a:off x="3272909" y="24761849"/>
                  <a:ext cx="3950851" cy="4316071"/>
                </a:xfrm>
                <a:prstGeom prst="rect">
                  <a:avLst/>
                </a:prstGeom>
              </p:spPr>
            </p:pic>
            <p:cxnSp>
              <p:nvCxnSpPr>
                <p:cNvPr id="99" name="直接箭头连接符 98"/>
                <p:cNvCxnSpPr/>
                <p:nvPr/>
              </p:nvCxnSpPr>
              <p:spPr>
                <a:xfrm flipV="1">
                  <a:off x="6528816" y="26444448"/>
                  <a:ext cx="676656" cy="365760"/>
                </a:xfrm>
                <a:prstGeom prst="straightConnector1">
                  <a:avLst/>
                </a:prstGeom>
                <a:ln w="66675">
                  <a:solidFill>
                    <a:srgbClr val="3982AF"/>
                  </a:solidFill>
                  <a:prstDash val="sysDot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/>
                <p:nvPr/>
              </p:nvCxnSpPr>
              <p:spPr>
                <a:xfrm flipV="1">
                  <a:off x="3609399" y="28017216"/>
                  <a:ext cx="669993" cy="201168"/>
                </a:xfrm>
                <a:prstGeom prst="line">
                  <a:avLst/>
                </a:prstGeom>
                <a:ln w="698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3" name="组合 122"/>
            <p:cNvGrpSpPr/>
            <p:nvPr/>
          </p:nvGrpSpPr>
          <p:grpSpPr>
            <a:xfrm rot="0">
              <a:off x="19005" y="26772"/>
              <a:ext cx="12214" cy="7859"/>
              <a:chOff x="11536604" y="24543774"/>
              <a:chExt cx="7755843" cy="4990561"/>
            </a:xfrm>
          </p:grpSpPr>
          <p:sp>
            <p:nvSpPr>
              <p:cNvPr id="104" name="矩形 103"/>
              <p:cNvSpPr/>
              <p:nvPr/>
            </p:nvSpPr>
            <p:spPr>
              <a:xfrm>
                <a:off x="11568456" y="24587894"/>
                <a:ext cx="7723991" cy="4936482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11768240" y="24543774"/>
                <a:ext cx="732830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Motion Planning</a:t>
                </a:r>
                <a:endParaRPr lang="en-US" altLang="zh-CN" sz="6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14025877" y="26118015"/>
                <a:ext cx="496312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Two-Stage Planning in Relative Velocity Space</a:t>
                </a:r>
                <a:endPara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7" name="直接连接符 106"/>
              <p:cNvCxnSpPr/>
              <p:nvPr/>
            </p:nvCxnSpPr>
            <p:spPr>
              <a:xfrm>
                <a:off x="11536604" y="25603557"/>
                <a:ext cx="7755843" cy="3355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2" name="图片 121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97" t="19960" r="4961" b="10241"/>
              <a:stretch>
                <a:fillRect/>
              </a:stretch>
            </p:blipFill>
            <p:spPr>
              <a:xfrm>
                <a:off x="12159250" y="26310132"/>
                <a:ext cx="2328433" cy="2481009"/>
              </a:xfrm>
              <a:prstGeom prst="rect">
                <a:avLst/>
              </a:prstGeom>
            </p:spPr>
          </p:pic>
        </p:grpSp>
        <p:grpSp>
          <p:nvGrpSpPr>
            <p:cNvPr id="126" name="组合 125"/>
            <p:cNvGrpSpPr/>
            <p:nvPr/>
          </p:nvGrpSpPr>
          <p:grpSpPr>
            <a:xfrm rot="0">
              <a:off x="33153" y="26772"/>
              <a:ext cx="12837" cy="7777"/>
              <a:chOff x="21343342" y="24497447"/>
              <a:chExt cx="8151445" cy="4938992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21347787" y="24530136"/>
                <a:ext cx="8040956" cy="4906303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文本框 87"/>
              <p:cNvSpPr txBox="1"/>
              <p:nvPr/>
            </p:nvSpPr>
            <p:spPr>
              <a:xfrm>
                <a:off x="21347786" y="24497447"/>
                <a:ext cx="8147001" cy="101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6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Active State Regulation</a:t>
                </a:r>
                <a:endParaRPr lang="en-US" altLang="zh-CN" sz="6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文本框 89"/>
              <p:cNvSpPr txBox="1"/>
              <p:nvPr/>
            </p:nvSpPr>
            <p:spPr>
              <a:xfrm>
                <a:off x="23990093" y="26244405"/>
                <a:ext cx="5266570" cy="258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Entropy Reduction</a:t>
                </a:r>
                <a:r>
                  <a:rPr lang="en-US" altLang="fr-FR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State Reset</a:t>
                </a:r>
                <a:endParaRPr lang="en-US" altLang="fr-FR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5" name="直接连接符 114"/>
              <p:cNvCxnSpPr/>
              <p:nvPr/>
            </p:nvCxnSpPr>
            <p:spPr>
              <a:xfrm>
                <a:off x="21343342" y="25496901"/>
                <a:ext cx="8045401" cy="520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4" name="图片 123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41" t="33819" r="14038" b="6597"/>
              <a:stretch>
                <a:fillRect/>
              </a:stretch>
            </p:blipFill>
            <p:spPr>
              <a:xfrm>
                <a:off x="21697226" y="26427259"/>
                <a:ext cx="2392473" cy="2296467"/>
              </a:xfrm>
              <a:prstGeom prst="rect">
                <a:avLst/>
              </a:prstGeom>
            </p:spPr>
          </p:pic>
        </p:grpSp>
        <p:sp>
          <p:nvSpPr>
            <p:cNvPr id="129" name="矩形 128"/>
            <p:cNvSpPr/>
            <p:nvPr/>
          </p:nvSpPr>
          <p:spPr>
            <a:xfrm>
              <a:off x="8304" y="7518"/>
              <a:ext cx="33789" cy="530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17138" y="7521"/>
              <a:ext cx="17346" cy="1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Instance Segmentation</a:t>
              </a:r>
              <a:endParaRPr lang="en-US" altLang="zh-CN" sz="6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12383" y="9584"/>
              <a:ext cx="30456" cy="31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Multi-Scale Feature Aggregation</a:t>
              </a:r>
              <a:b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Attention-Guided Mask Optimization</a:t>
              </a: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8261" y="9090"/>
              <a:ext cx="33857" cy="1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3" name="图片 14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48" y="18823"/>
              <a:ext cx="3391" cy="3553"/>
            </a:xfrm>
            <a:prstGeom prst="rect">
              <a:avLst/>
            </a:prstGeom>
          </p:spPr>
        </p:pic>
        <p:pic>
          <p:nvPicPr>
            <p:cNvPr id="148" name="图片 14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4" y="9298"/>
              <a:ext cx="3069" cy="3215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9729" y="10180"/>
              <a:ext cx="11268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MSAM-Net:</a:t>
              </a: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3" name="箭头: 右 288"/>
          <p:cNvSpPr/>
          <p:nvPr/>
        </p:nvSpPr>
        <p:spPr>
          <a:xfrm>
            <a:off x="19900265" y="19191605"/>
            <a:ext cx="1118235" cy="73787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环形箭头 10"/>
          <p:cNvSpPr/>
          <p:nvPr/>
        </p:nvSpPr>
        <p:spPr>
          <a:xfrm flipH="1">
            <a:off x="19142075" y="16109950"/>
            <a:ext cx="2263775" cy="1889125"/>
          </a:xfrm>
          <a:prstGeom prst="circularArrow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366395" y="3906520"/>
            <a:ext cx="29385228" cy="17292955"/>
            <a:chOff x="0" y="9197"/>
            <a:chExt cx="48755" cy="29190"/>
          </a:xfrm>
        </p:grpSpPr>
        <p:sp>
          <p:nvSpPr>
            <p:cNvPr id="122" name="矩形 121"/>
            <p:cNvSpPr/>
            <p:nvPr/>
          </p:nvSpPr>
          <p:spPr>
            <a:xfrm>
              <a:off x="0" y="9197"/>
              <a:ext cx="48755" cy="291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16682" y="12249"/>
              <a:ext cx="9098" cy="3493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4L-EMB-FPN</a:t>
              </a:r>
              <a:endParaRPr lang="en-US" altLang="zh-CN" sz="6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立方体 11"/>
            <p:cNvSpPr/>
            <p:nvPr/>
          </p:nvSpPr>
          <p:spPr>
            <a:xfrm>
              <a:off x="28103" y="12322"/>
              <a:ext cx="11418" cy="4098"/>
            </a:xfrm>
            <a:prstGeom prst="cube">
              <a:avLst>
                <a:gd name="adj" fmla="val 87100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立方体 12"/>
            <p:cNvSpPr/>
            <p:nvPr/>
          </p:nvSpPr>
          <p:spPr>
            <a:xfrm>
              <a:off x="28703" y="11749"/>
              <a:ext cx="9474" cy="3527"/>
            </a:xfrm>
            <a:prstGeom prst="cube">
              <a:avLst>
                <a:gd name="adj" fmla="val 81867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立方体 13"/>
            <p:cNvSpPr/>
            <p:nvPr/>
          </p:nvSpPr>
          <p:spPr>
            <a:xfrm>
              <a:off x="29357" y="11132"/>
              <a:ext cx="7028" cy="2864"/>
            </a:xfrm>
            <a:prstGeom prst="cube">
              <a:avLst>
                <a:gd name="adj" fmla="val 77189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立方体 14"/>
            <p:cNvSpPr/>
            <p:nvPr/>
          </p:nvSpPr>
          <p:spPr>
            <a:xfrm>
              <a:off x="29899" y="10605"/>
              <a:ext cx="5190" cy="2110"/>
            </a:xfrm>
            <a:prstGeom prst="cube">
              <a:avLst>
                <a:gd name="adj" fmla="val 63734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箭头连接符 28"/>
            <p:cNvCxnSpPr>
              <a:stCxn id="11" idx="3"/>
              <a:endCxn id="15" idx="2"/>
            </p:cNvCxnSpPr>
            <p:nvPr/>
          </p:nvCxnSpPr>
          <p:spPr>
            <a:xfrm flipV="1">
              <a:off x="25781" y="12333"/>
              <a:ext cx="4119" cy="16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3"/>
              <a:endCxn id="14" idx="2"/>
            </p:cNvCxnSpPr>
            <p:nvPr/>
          </p:nvCxnSpPr>
          <p:spPr>
            <a:xfrm flipV="1">
              <a:off x="25781" y="13669"/>
              <a:ext cx="3576" cy="3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1" idx="3"/>
              <a:endCxn id="13" idx="2"/>
            </p:cNvCxnSpPr>
            <p:nvPr/>
          </p:nvCxnSpPr>
          <p:spPr>
            <a:xfrm>
              <a:off x="25781" y="13996"/>
              <a:ext cx="2922" cy="9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11" idx="3"/>
              <a:endCxn id="12" idx="2"/>
            </p:cNvCxnSpPr>
            <p:nvPr/>
          </p:nvCxnSpPr>
          <p:spPr>
            <a:xfrm>
              <a:off x="25781" y="13996"/>
              <a:ext cx="2322" cy="21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: 圆角 39"/>
            <p:cNvSpPr/>
            <p:nvPr/>
          </p:nvSpPr>
          <p:spPr>
            <a:xfrm>
              <a:off x="29034" y="17644"/>
              <a:ext cx="5864" cy="271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6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MSM</a:t>
              </a:r>
              <a:endParaRPr lang="en-US" altLang="zh-CN" sz="6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0" name="直接箭头连接符 49"/>
            <p:cNvCxnSpPr/>
            <p:nvPr/>
          </p:nvCxnSpPr>
          <p:spPr>
            <a:xfrm>
              <a:off x="30991" y="16421"/>
              <a:ext cx="0" cy="12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13" idx="3"/>
            </p:cNvCxnSpPr>
            <p:nvPr/>
          </p:nvCxnSpPr>
          <p:spPr>
            <a:xfrm flipH="1">
              <a:off x="31966" y="15277"/>
              <a:ext cx="0" cy="23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>
              <a:off x="32871" y="13996"/>
              <a:ext cx="0" cy="36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: 圆角 55"/>
            <p:cNvSpPr/>
            <p:nvPr/>
          </p:nvSpPr>
          <p:spPr>
            <a:xfrm>
              <a:off x="40425" y="11641"/>
              <a:ext cx="7791" cy="12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detection</a:t>
              </a:r>
              <a:endParaRPr lang="en-US" altLang="zh-CN" sz="5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矩形: 圆角 56"/>
            <p:cNvSpPr/>
            <p:nvPr/>
          </p:nvSpPr>
          <p:spPr>
            <a:xfrm>
              <a:off x="40425" y="12981"/>
              <a:ext cx="7791" cy="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detection</a:t>
              </a:r>
              <a:endParaRPr lang="en-US" altLang="zh-CN" sz="5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矩形: 圆角 57"/>
            <p:cNvSpPr/>
            <p:nvPr/>
          </p:nvSpPr>
          <p:spPr>
            <a:xfrm>
              <a:off x="40425" y="14313"/>
              <a:ext cx="7791" cy="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detection</a:t>
              </a:r>
              <a:endParaRPr lang="en-US" altLang="zh-CN" sz="5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接箭头连接符 61"/>
            <p:cNvCxnSpPr>
              <a:stCxn id="14" idx="4"/>
              <a:endCxn id="57" idx="1"/>
            </p:cNvCxnSpPr>
            <p:nvPr/>
          </p:nvCxnSpPr>
          <p:spPr>
            <a:xfrm flipV="1">
              <a:off x="34174" y="13625"/>
              <a:ext cx="6251" cy="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15" idx="4"/>
              <a:endCxn id="56" idx="1"/>
            </p:cNvCxnSpPr>
            <p:nvPr/>
          </p:nvCxnSpPr>
          <p:spPr>
            <a:xfrm flipV="1">
              <a:off x="33744" y="12288"/>
              <a:ext cx="6681" cy="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13" idx="4"/>
              <a:endCxn id="58" idx="1"/>
            </p:cNvCxnSpPr>
            <p:nvPr/>
          </p:nvCxnSpPr>
          <p:spPr>
            <a:xfrm>
              <a:off x="35289" y="14957"/>
              <a:ext cx="513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: 圆角 82"/>
            <p:cNvSpPr/>
            <p:nvPr/>
          </p:nvSpPr>
          <p:spPr>
            <a:xfrm>
              <a:off x="40425" y="18358"/>
              <a:ext cx="7791" cy="1287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segmentation</a:t>
              </a:r>
              <a:endParaRPr lang="en-US" altLang="zh-CN" sz="5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5" name="直接箭头连接符 84"/>
            <p:cNvCxnSpPr>
              <a:stCxn id="40" idx="3"/>
              <a:endCxn id="83" idx="1"/>
            </p:cNvCxnSpPr>
            <p:nvPr/>
          </p:nvCxnSpPr>
          <p:spPr>
            <a:xfrm>
              <a:off x="34898" y="19002"/>
              <a:ext cx="552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" y="18758"/>
              <a:ext cx="23763" cy="11372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97" y="21226"/>
              <a:ext cx="23420" cy="8904"/>
            </a:xfrm>
            <a:prstGeom prst="rect">
              <a:avLst/>
            </a:prstGeom>
          </p:spPr>
        </p:pic>
        <p:pic>
          <p:nvPicPr>
            <p:cNvPr id="101" name="图片 100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" y="30989"/>
              <a:ext cx="11967" cy="6726"/>
            </a:xfrm>
            <a:prstGeom prst="rect">
              <a:avLst/>
            </a:prstGeom>
          </p:spPr>
        </p:pic>
        <p:pic>
          <p:nvPicPr>
            <p:cNvPr id="103" name="图片 10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05" y="30989"/>
              <a:ext cx="11797" cy="6726"/>
            </a:xfrm>
            <a:prstGeom prst="rect">
              <a:avLst/>
            </a:prstGeom>
          </p:spPr>
        </p:pic>
        <p:pic>
          <p:nvPicPr>
            <p:cNvPr id="113" name="图片 112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67" y="30989"/>
              <a:ext cx="11797" cy="6729"/>
            </a:xfrm>
            <a:prstGeom prst="rect">
              <a:avLst/>
            </a:prstGeom>
          </p:spPr>
        </p:pic>
        <p:pic>
          <p:nvPicPr>
            <p:cNvPr id="115" name="图片 114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66" y="30986"/>
              <a:ext cx="11650" cy="6729"/>
            </a:xfrm>
            <a:prstGeom prst="rect">
              <a:avLst/>
            </a:prstGeom>
          </p:spPr>
        </p:pic>
        <p:cxnSp>
          <p:nvCxnSpPr>
            <p:cNvPr id="117" name="直接箭头连接符 116"/>
            <p:cNvCxnSpPr>
              <a:stCxn id="11" idx="2"/>
              <a:endCxn id="97" idx="0"/>
            </p:cNvCxnSpPr>
            <p:nvPr/>
          </p:nvCxnSpPr>
          <p:spPr>
            <a:xfrm flipH="1">
              <a:off x="12420" y="15743"/>
              <a:ext cx="8812" cy="3016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>
              <a:stCxn id="40" idx="2"/>
              <a:endCxn id="99" idx="0"/>
            </p:cNvCxnSpPr>
            <p:nvPr/>
          </p:nvCxnSpPr>
          <p:spPr>
            <a:xfrm>
              <a:off x="31966" y="20360"/>
              <a:ext cx="4541" cy="866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36627" y="15648"/>
              <a:ext cx="1162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P2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36627" y="14478"/>
              <a:ext cx="1162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P3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36627" y="13164"/>
              <a:ext cx="1162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P4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36627" y="11824"/>
              <a:ext cx="1162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P5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36627" y="17975"/>
              <a:ext cx="1162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P3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165" y="10753"/>
              <a:ext cx="14755" cy="10498"/>
              <a:chOff x="12186078" y="15035239"/>
              <a:chExt cx="8706712" cy="6666161"/>
            </a:xfrm>
          </p:grpSpPr>
          <p:pic>
            <p:nvPicPr>
              <p:cNvPr id="16" name="Picture 2"/>
              <p:cNvPicPr>
                <a:picLocks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5" t="6128" r="7046" b="7368"/>
              <a:stretch>
                <a:fillRect/>
              </a:stretch>
            </p:blipFill>
            <p:spPr bwMode="auto">
              <a:xfrm rot="21010235">
                <a:off x="13967925" y="15035239"/>
                <a:ext cx="4917185" cy="6666161"/>
              </a:xfrm>
              <a:prstGeom prst="rect">
                <a:avLst/>
              </a:prstGeom>
              <a:blipFill dpi="0" rotWithShape="1">
                <a:blip r:embed="rId8"/>
                <a:srcRect/>
                <a:stretch>
                  <a:fillRect/>
                </a:stretch>
              </a:blipFill>
              <a:ln w="28575">
                <a:noFill/>
              </a:ln>
              <a:scene3d>
                <a:camera prst="isometricOffAxis2Top"/>
                <a:lightRig rig="threePt" dir="t"/>
              </a:scene3d>
            </p:spPr>
          </p:pic>
          <p:sp>
            <p:nvSpPr>
              <p:cNvPr id="18" name="平行四边形 17"/>
              <p:cNvSpPr/>
              <p:nvPr/>
            </p:nvSpPr>
            <p:spPr>
              <a:xfrm>
                <a:off x="12186078" y="16365718"/>
                <a:ext cx="8706712" cy="3307532"/>
              </a:xfrm>
              <a:prstGeom prst="parallelogram">
                <a:avLst>
                  <a:gd name="adj" fmla="val 99742"/>
                </a:avLst>
              </a:prstGeom>
              <a:noFill/>
              <a:ln w="28575"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立方体 5"/>
            <p:cNvSpPr/>
            <p:nvPr/>
          </p:nvSpPr>
          <p:spPr>
            <a:xfrm>
              <a:off x="1589" y="12635"/>
              <a:ext cx="13526" cy="4452"/>
            </a:xfrm>
            <a:prstGeom prst="cube">
              <a:avLst>
                <a:gd name="adj" fmla="val 91801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立方体 6"/>
            <p:cNvSpPr/>
            <p:nvPr/>
          </p:nvSpPr>
          <p:spPr>
            <a:xfrm>
              <a:off x="2064" y="12322"/>
              <a:ext cx="11418" cy="3907"/>
            </a:xfrm>
            <a:prstGeom prst="cube">
              <a:avLst>
                <a:gd name="adj" fmla="val 87100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2664" y="11749"/>
              <a:ext cx="9474" cy="3362"/>
            </a:xfrm>
            <a:prstGeom prst="cube">
              <a:avLst>
                <a:gd name="adj" fmla="val 81867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立方体 8"/>
            <p:cNvSpPr/>
            <p:nvPr/>
          </p:nvSpPr>
          <p:spPr>
            <a:xfrm>
              <a:off x="3262" y="11132"/>
              <a:ext cx="7028" cy="2731"/>
            </a:xfrm>
            <a:prstGeom prst="cube">
              <a:avLst>
                <a:gd name="adj" fmla="val 77189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立方体 9"/>
            <p:cNvSpPr/>
            <p:nvPr/>
          </p:nvSpPr>
          <p:spPr>
            <a:xfrm>
              <a:off x="3861" y="10605"/>
              <a:ext cx="5190" cy="2012"/>
            </a:xfrm>
            <a:prstGeom prst="cube">
              <a:avLst>
                <a:gd name="adj" fmla="val 63734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342" y="15647"/>
              <a:ext cx="1162" cy="97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P2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342" y="14478"/>
              <a:ext cx="1162" cy="97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P3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342" y="13164"/>
              <a:ext cx="1162" cy="97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P4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342" y="11824"/>
              <a:ext cx="1162" cy="97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P5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箭头连接符 16"/>
            <p:cNvCxnSpPr>
              <a:stCxn id="10" idx="4"/>
            </p:cNvCxnSpPr>
            <p:nvPr/>
          </p:nvCxnSpPr>
          <p:spPr>
            <a:xfrm>
              <a:off x="7761" y="12262"/>
              <a:ext cx="8977" cy="16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9" idx="4"/>
              <a:endCxn id="11" idx="1"/>
            </p:cNvCxnSpPr>
            <p:nvPr/>
          </p:nvCxnSpPr>
          <p:spPr>
            <a:xfrm>
              <a:off x="8170" y="13566"/>
              <a:ext cx="8512" cy="4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8" idx="4"/>
              <a:endCxn id="11" idx="1"/>
            </p:cNvCxnSpPr>
            <p:nvPr/>
          </p:nvCxnSpPr>
          <p:spPr>
            <a:xfrm flipV="1">
              <a:off x="9369" y="13996"/>
              <a:ext cx="7313" cy="8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7" idx="4"/>
              <a:endCxn id="11" idx="1"/>
            </p:cNvCxnSpPr>
            <p:nvPr/>
          </p:nvCxnSpPr>
          <p:spPr>
            <a:xfrm flipV="1">
              <a:off x="10059" y="13996"/>
              <a:ext cx="6623" cy="19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/>
            <p:cNvSpPr txBox="1"/>
            <p:nvPr/>
          </p:nvSpPr>
          <p:spPr>
            <a:xfrm>
              <a:off x="342" y="16605"/>
              <a:ext cx="1162" cy="101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P1</a:t>
              </a:r>
              <a:endPara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箭头连接符 26"/>
            <p:cNvCxnSpPr>
              <a:stCxn id="6" idx="4"/>
              <a:endCxn id="11" idx="1"/>
            </p:cNvCxnSpPr>
            <p:nvPr/>
          </p:nvCxnSpPr>
          <p:spPr>
            <a:xfrm flipV="1">
              <a:off x="11004" y="13996"/>
              <a:ext cx="5678" cy="29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330" y="11228070"/>
            <a:ext cx="17938115" cy="8419465"/>
          </a:xfrm>
          <a:prstGeom prst="rect">
            <a:avLst/>
          </a:prstGeom>
        </p:spPr>
      </p:pic>
      <p:grpSp>
        <p:nvGrpSpPr>
          <p:cNvPr id="52" name="组合 51"/>
          <p:cNvGrpSpPr/>
          <p:nvPr/>
        </p:nvGrpSpPr>
        <p:grpSpPr>
          <a:xfrm rot="0">
            <a:off x="16538575" y="9811385"/>
            <a:ext cx="9879330" cy="5279390"/>
            <a:chOff x="7549392" y="10113263"/>
            <a:chExt cx="13517253" cy="9040499"/>
          </a:xfrm>
        </p:grpSpPr>
        <p:grpSp>
          <p:nvGrpSpPr>
            <p:cNvPr id="48" name="组合 47"/>
            <p:cNvGrpSpPr/>
            <p:nvPr/>
          </p:nvGrpSpPr>
          <p:grpSpPr>
            <a:xfrm>
              <a:off x="7549392" y="10113263"/>
              <a:ext cx="13517253" cy="9040499"/>
              <a:chOff x="9480763" y="5026003"/>
              <a:chExt cx="11249234" cy="9449623"/>
            </a:xfrm>
          </p:grpSpPr>
          <p:cxnSp>
            <p:nvCxnSpPr>
              <p:cNvPr id="12" name="直接连接符 11"/>
              <p:cNvCxnSpPr/>
              <p:nvPr/>
            </p:nvCxnSpPr>
            <p:spPr>
              <a:xfrm>
                <a:off x="10332720" y="5159788"/>
                <a:ext cx="0" cy="9232868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14370566" y="5160462"/>
                <a:ext cx="0" cy="931516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17613082" y="5077492"/>
                <a:ext cx="0" cy="9315164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20661513" y="5077492"/>
                <a:ext cx="0" cy="8547068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10388192" y="5026003"/>
                <a:ext cx="3926892" cy="9232451"/>
              </a:xfrm>
              <a:prstGeom prst="rect">
                <a:avLst/>
              </a:prstGeom>
              <a:solidFill>
                <a:schemeClr val="bg1">
                  <a:lumMod val="95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480763" y="5160120"/>
                <a:ext cx="5747536" cy="2586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Recognition</a:t>
                </a:r>
                <a:endParaRPr lang="en-US" altLang="zh-CN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Zone</a:t>
                </a:r>
                <a:endParaRPr lang="en-US" altLang="zh-CN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14378713" y="5026003"/>
                <a:ext cx="3255177" cy="9232451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17644737" y="5026003"/>
                <a:ext cx="2984033" cy="923245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4370759" y="5171486"/>
                <a:ext cx="3034647" cy="2586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4400" b="1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Following </a:t>
                </a:r>
                <a:endParaRPr lang="en-US" altLang="zh-CN" sz="4400" b="1" dirty="0">
                  <a:effectLst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4400" b="1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Zone</a:t>
                </a:r>
                <a:endParaRPr lang="en-US" altLang="zh-CN" sz="4400" b="1" dirty="0">
                  <a:effectLst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7612922" y="5160120"/>
                <a:ext cx="3117075" cy="2586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4400" b="1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Execution </a:t>
                </a:r>
                <a:endParaRPr lang="en-US" altLang="zh-CN" sz="4400" b="1" dirty="0">
                  <a:effectLst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4400" b="1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Zone</a:t>
                </a:r>
                <a:endParaRPr lang="en-US" altLang="zh-CN" sz="4400" b="1" dirty="0">
                  <a:effectLst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9260117" y="13214450"/>
              <a:ext cx="3452729" cy="3318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3358387" y="13527614"/>
              <a:ext cx="3994879" cy="226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Approaching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Following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7570474" y="13214450"/>
              <a:ext cx="3166884" cy="3318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Grasping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Stacking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Adjusting</a:t>
              </a:r>
              <a:endPara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" name="直接箭头连接符 2"/>
          <p:cNvCxnSpPr/>
          <p:nvPr/>
        </p:nvCxnSpPr>
        <p:spPr>
          <a:xfrm>
            <a:off x="16405860" y="14603730"/>
            <a:ext cx="1010920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8230830" y="14603730"/>
            <a:ext cx="929005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1033105" y="14603730"/>
            <a:ext cx="1034415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弧形 30"/>
          <p:cNvSpPr/>
          <p:nvPr/>
        </p:nvSpPr>
        <p:spPr>
          <a:xfrm rot="10021724">
            <a:off x="14740255" y="12879705"/>
            <a:ext cx="674370" cy="1243330"/>
          </a:xfrm>
          <a:prstGeom prst="arc">
            <a:avLst>
              <a:gd name="adj1" fmla="val 16459857"/>
              <a:gd name="adj2" fmla="val 2124160"/>
            </a:avLst>
          </a:prstGeom>
          <a:ln w="7620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25055830" y="14603730"/>
            <a:ext cx="1034415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机械臂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" y="9839960"/>
            <a:ext cx="11656695" cy="87426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2305" y="9761220"/>
            <a:ext cx="203073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15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altLang="zh-CN" sz="115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77850" y="9839960"/>
            <a:ext cx="203073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15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altLang="zh-CN" sz="115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组合 1072"/>
          <p:cNvGrpSpPr/>
          <p:nvPr/>
        </p:nvGrpSpPr>
        <p:grpSpPr>
          <a:xfrm>
            <a:off x="1903060" y="6601968"/>
            <a:ext cx="25514250" cy="6692973"/>
            <a:chOff x="1903060" y="6601968"/>
            <a:chExt cx="25514250" cy="6692973"/>
          </a:xfrm>
        </p:grpSpPr>
        <p:grpSp>
          <p:nvGrpSpPr>
            <p:cNvPr id="1062" name="组合 1061"/>
            <p:cNvGrpSpPr/>
            <p:nvPr/>
          </p:nvGrpSpPr>
          <p:grpSpPr>
            <a:xfrm>
              <a:off x="1903060" y="6601968"/>
              <a:ext cx="8084062" cy="5845641"/>
              <a:chOff x="1903060" y="6318344"/>
              <a:chExt cx="8084062" cy="6124744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8104827" y="11277412"/>
                <a:ext cx="601980" cy="11596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6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6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1903060" y="6615197"/>
                <a:ext cx="6876288" cy="5827891"/>
                <a:chOff x="16684752" y="10080211"/>
                <a:chExt cx="6876288" cy="5104925"/>
              </a:xfrm>
            </p:grpSpPr>
            <p:cxnSp>
              <p:nvCxnSpPr>
                <p:cNvPr id="68" name="直接箭头连接符 67"/>
                <p:cNvCxnSpPr/>
                <p:nvPr/>
              </p:nvCxnSpPr>
              <p:spPr>
                <a:xfrm>
                  <a:off x="16684752" y="15185136"/>
                  <a:ext cx="6876288" cy="0"/>
                </a:xfrm>
                <a:prstGeom prst="straightConnector1">
                  <a:avLst/>
                </a:prstGeom>
                <a:ln w="31750">
                  <a:solidFill>
                    <a:srgbClr val="FF0000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/>
                <p:cNvCxnSpPr/>
                <p:nvPr/>
              </p:nvCxnSpPr>
              <p:spPr>
                <a:xfrm flipV="1">
                  <a:off x="16684752" y="10080211"/>
                  <a:ext cx="0" cy="5104925"/>
                </a:xfrm>
                <a:prstGeom prst="straightConnector1">
                  <a:avLst/>
                </a:prstGeom>
                <a:ln w="31750"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/>
                <p:nvPr/>
              </p:nvCxnSpPr>
              <p:spPr>
                <a:xfrm flipV="1">
                  <a:off x="16684752" y="11343890"/>
                  <a:ext cx="5000300" cy="3841245"/>
                </a:xfrm>
                <a:prstGeom prst="straightConnector1">
                  <a:avLst/>
                </a:prstGeom>
                <a:ln w="31750">
                  <a:solidFill>
                    <a:srgbClr val="00B050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7" name="图片 66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56" t="41337" r="26042" b="24660"/>
              <a:stretch>
                <a:fillRect/>
              </a:stretch>
            </p:blipFill>
            <p:spPr>
              <a:xfrm>
                <a:off x="2157007" y="9328434"/>
                <a:ext cx="5431536" cy="2755890"/>
              </a:xfrm>
              <a:prstGeom prst="rect">
                <a:avLst/>
              </a:prstGeom>
            </p:spPr>
          </p:pic>
          <p:sp>
            <p:nvSpPr>
              <p:cNvPr id="55" name="文本框 54"/>
              <p:cNvSpPr txBox="1"/>
              <p:nvPr/>
            </p:nvSpPr>
            <p:spPr>
              <a:xfrm>
                <a:off x="6734429" y="7936573"/>
                <a:ext cx="567784" cy="1264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6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6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4563949" y="10212268"/>
                <a:ext cx="164592" cy="18790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9" name="直接连接符 58"/>
              <p:cNvCxnSpPr/>
              <p:nvPr/>
            </p:nvCxnSpPr>
            <p:spPr>
              <a:xfrm>
                <a:off x="4637101" y="8304577"/>
                <a:ext cx="0" cy="2001642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椭圆 59"/>
              <p:cNvSpPr/>
              <p:nvPr/>
            </p:nvSpPr>
            <p:spPr>
              <a:xfrm>
                <a:off x="4560393" y="8079255"/>
                <a:ext cx="164592" cy="18790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2127741" y="6318344"/>
                <a:ext cx="554990" cy="11596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6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altLang="zh-CN" sz="6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/>
                  <p:cNvSpPr txBox="1"/>
                  <p:nvPr/>
                </p:nvSpPr>
                <p:spPr>
                  <a:xfrm>
                    <a:off x="4021057" y="7220502"/>
                    <a:ext cx="5966065" cy="8085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400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b="1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400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400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a:rPr lang="zh-CN" altLang="en-US" sz="4000" i="1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∆</m:t>
                              </m:r>
                              <m:r>
                                <a:rPr lang="en-US" altLang="zh-CN" sz="40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ℎ</m:t>
                              </m:r>
                              <m:r>
                                <m:rPr>
                                  <m:nor/>
                                </m:rPr>
                                <a:rPr lang="zh-CN" altLang="en-US" sz="4000" i="1" dirty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74" name="文本框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1057" y="7220502"/>
                    <a:ext cx="5966065" cy="808577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5" name="文本框 74"/>
                  <p:cNvSpPr txBox="1"/>
                  <p:nvPr/>
                </p:nvSpPr>
                <p:spPr>
                  <a:xfrm>
                    <a:off x="3396836" y="9868383"/>
                    <a:ext cx="5966065" cy="8346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400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4000" b="1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4000" i="1" smtClean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400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altLang="zh-CN" sz="4000" b="0" i="1" smtClean="0">
                                      <a:latin typeface="DejaVu Math TeX Gyre" panose="02000503000000000000" charset="0"/>
                                      <a:ea typeface="MS Mincho" charset="0"/>
                                      <a:cs typeface="DejaVu Math TeX Gyre" panose="02000503000000000000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4000" b="0" i="1" smtClean="0">
                                  <a:latin typeface="DejaVu Math TeX Gyre" panose="02000503000000000000" charset="0"/>
                                  <a:ea typeface="MS Mincho" charset="0"/>
                                  <a:cs typeface="DejaVu Math TeX Gyre" panose="02000503000000000000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75" name="文本框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6836" y="9868383"/>
                    <a:ext cx="5966065" cy="83463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直接连接符 76"/>
              <p:cNvCxnSpPr/>
              <p:nvPr/>
            </p:nvCxnSpPr>
            <p:spPr>
              <a:xfrm>
                <a:off x="4025900" y="8166246"/>
                <a:ext cx="602836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4021057" y="10312618"/>
                <a:ext cx="602836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/>
              <p:cNvCxnSpPr/>
              <p:nvPr/>
            </p:nvCxnSpPr>
            <p:spPr>
              <a:xfrm>
                <a:off x="4322475" y="8166246"/>
                <a:ext cx="0" cy="2139972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1" name="文本框 80"/>
                  <p:cNvSpPr txBox="1"/>
                  <p:nvPr/>
                </p:nvSpPr>
                <p:spPr>
                  <a:xfrm>
                    <a:off x="3363577" y="8863119"/>
                    <a:ext cx="900375" cy="80813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4000" i="1" smtClean="0">
                              <a:latin typeface="DejaVu Math TeX Gyre" panose="02000503000000000000" charset="0"/>
                              <a:ea typeface="MS Mincho" charset="0"/>
                              <a:cs typeface="DejaVu Math TeX Gyre" panose="02000503000000000000" charset="0"/>
                            </a:rPr>
                            <m:t>∆</m:t>
                          </m:r>
                          <m:r>
                            <a:rPr lang="en-US" altLang="zh-CN" sz="4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ℎ</m:t>
                          </m:r>
                        </m:oMath>
                      </m:oMathPara>
                    </a14:m>
                    <a:endParaRPr lang="zh-CN" altLang="en-US" sz="4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81" name="文本框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3577" y="8863119"/>
                    <a:ext cx="900375" cy="808138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86" name="图片 85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56" t="41337" r="26042" b="24660"/>
            <a:stretch>
              <a:fillRect/>
            </a:stretch>
          </p:blipFill>
          <p:spPr>
            <a:xfrm>
              <a:off x="11460228" y="10243743"/>
              <a:ext cx="3116473" cy="1853704"/>
            </a:xfrm>
            <a:prstGeom prst="rect">
              <a:avLst/>
            </a:prstGeom>
          </p:spPr>
        </p:pic>
        <p:pic>
          <p:nvPicPr>
            <p:cNvPr id="88" name="图片 87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56" t="41337" r="26042" b="24660"/>
            <a:stretch>
              <a:fillRect/>
            </a:stretch>
          </p:blipFill>
          <p:spPr>
            <a:xfrm>
              <a:off x="23749863" y="10195237"/>
              <a:ext cx="3116473" cy="1853704"/>
            </a:xfrm>
            <a:prstGeom prst="rect">
              <a:avLst/>
            </a:prstGeom>
          </p:spPr>
        </p:pic>
        <p:pic>
          <p:nvPicPr>
            <p:cNvPr id="89" name="图片 88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56" t="41337" r="26042" b="24660"/>
            <a:stretch>
              <a:fillRect/>
            </a:stretch>
          </p:blipFill>
          <p:spPr>
            <a:xfrm>
              <a:off x="15170332" y="10213940"/>
              <a:ext cx="3116473" cy="1853704"/>
            </a:xfrm>
            <a:prstGeom prst="rect">
              <a:avLst/>
            </a:prstGeom>
          </p:spPr>
        </p:pic>
        <p:pic>
          <p:nvPicPr>
            <p:cNvPr id="90" name="图片 89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56" t="41337" r="26042" b="24660"/>
            <a:stretch>
              <a:fillRect/>
            </a:stretch>
          </p:blipFill>
          <p:spPr>
            <a:xfrm>
              <a:off x="20217888" y="10243743"/>
              <a:ext cx="3116473" cy="185370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12817993" y="12270557"/>
                  <a:ext cx="823752" cy="10243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17993" y="12270557"/>
                  <a:ext cx="823752" cy="102438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文本框 94"/>
                <p:cNvSpPr txBox="1"/>
                <p:nvPr/>
              </p:nvSpPr>
              <p:spPr>
                <a:xfrm>
                  <a:off x="16151656" y="12097447"/>
                  <a:ext cx="805926" cy="10243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5" name="文本框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1656" y="12097447"/>
                  <a:ext cx="805926" cy="102438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/>
                <p:cNvSpPr txBox="1"/>
                <p:nvPr/>
              </p:nvSpPr>
              <p:spPr>
                <a:xfrm>
                  <a:off x="21340514" y="12181730"/>
                  <a:ext cx="803425" cy="11064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zh-CN" alt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6" name="文本框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0514" y="12181730"/>
                  <a:ext cx="803425" cy="110640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文本框 96"/>
                <p:cNvSpPr txBox="1"/>
                <p:nvPr/>
              </p:nvSpPr>
              <p:spPr>
                <a:xfrm>
                  <a:off x="24735163" y="12070981"/>
                  <a:ext cx="1537600" cy="11064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600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𝑓</m:t>
                            </m:r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+</m:t>
                            </m:r>
                            <m:r>
                              <a:rPr lang="en-US" altLang="zh-CN" sz="6000" b="0" i="1" smtClean="0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7" name="文本框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35163" y="12070981"/>
                  <a:ext cx="1537600" cy="110640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箭头连接符 98"/>
            <p:cNvCxnSpPr/>
            <p:nvPr/>
          </p:nvCxnSpPr>
          <p:spPr>
            <a:xfrm flipV="1">
              <a:off x="14576701" y="11353395"/>
              <a:ext cx="701488" cy="16618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>
            <a:xfrm>
              <a:off x="18297751" y="11370013"/>
              <a:ext cx="630304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>
            <a:xfrm>
              <a:off x="19749369" y="11353395"/>
              <a:ext cx="630304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18794705" y="10414227"/>
              <a:ext cx="11159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CN" sz="8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28" name="图形 1027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536143" y="6601968"/>
              <a:ext cx="1066447" cy="1314518"/>
            </a:xfrm>
            <a:prstGeom prst="rect">
              <a:avLst/>
            </a:prstGeom>
          </p:spPr>
        </p:pic>
        <p:pic>
          <p:nvPicPr>
            <p:cNvPr id="1032" name="图形 1031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800677" y="7437817"/>
              <a:ext cx="1066447" cy="1314518"/>
            </a:xfrm>
            <a:prstGeom prst="rect">
              <a:avLst/>
            </a:prstGeom>
          </p:spPr>
        </p:pic>
        <p:grpSp>
          <p:nvGrpSpPr>
            <p:cNvPr id="1044" name="组合 1043"/>
            <p:cNvGrpSpPr/>
            <p:nvPr/>
          </p:nvGrpSpPr>
          <p:grpSpPr>
            <a:xfrm>
              <a:off x="11669847" y="8527167"/>
              <a:ext cx="1416373" cy="2185274"/>
              <a:chOff x="9079484" y="15192675"/>
              <a:chExt cx="7874335" cy="7731381"/>
            </a:xfrm>
          </p:grpSpPr>
          <p:grpSp>
            <p:nvGrpSpPr>
              <p:cNvPr id="1033" name="组合 1032"/>
              <p:cNvGrpSpPr/>
              <p:nvPr/>
            </p:nvGrpSpPr>
            <p:grpSpPr>
              <a:xfrm>
                <a:off x="9079484" y="15989300"/>
                <a:ext cx="6876288" cy="5104925"/>
                <a:chOff x="16684752" y="10080211"/>
                <a:chExt cx="6876288" cy="5104925"/>
              </a:xfrm>
            </p:grpSpPr>
            <p:cxnSp>
              <p:nvCxnSpPr>
                <p:cNvPr id="1034" name="直接箭头连接符 1033"/>
                <p:cNvCxnSpPr/>
                <p:nvPr/>
              </p:nvCxnSpPr>
              <p:spPr>
                <a:xfrm>
                  <a:off x="16684752" y="15185136"/>
                  <a:ext cx="6876288" cy="0"/>
                </a:xfrm>
                <a:prstGeom prst="straightConnector1">
                  <a:avLst/>
                </a:prstGeom>
                <a:ln w="31750">
                  <a:solidFill>
                    <a:srgbClr val="FF0000"/>
                  </a:solidFill>
                  <a:tailEnd type="triangle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5" name="直接箭头连接符 1034"/>
                <p:cNvCxnSpPr/>
                <p:nvPr/>
              </p:nvCxnSpPr>
              <p:spPr>
                <a:xfrm flipV="1">
                  <a:off x="16684752" y="10080211"/>
                  <a:ext cx="0" cy="5104925"/>
                </a:xfrm>
                <a:prstGeom prst="straightConnector1">
                  <a:avLst/>
                </a:prstGeom>
                <a:ln w="31750">
                  <a:tailEnd type="triangle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6" name="直接箭头连接符 1035"/>
                <p:cNvCxnSpPr/>
                <p:nvPr/>
              </p:nvCxnSpPr>
              <p:spPr>
                <a:xfrm flipV="1">
                  <a:off x="16684752" y="11343890"/>
                  <a:ext cx="5000300" cy="3841245"/>
                </a:xfrm>
                <a:prstGeom prst="straightConnector1">
                  <a:avLst/>
                </a:prstGeom>
                <a:ln w="31750">
                  <a:solidFill>
                    <a:srgbClr val="00B050"/>
                  </a:solidFill>
                  <a:tailEnd type="triangle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7" name="文本框 1036"/>
              <p:cNvSpPr txBox="1"/>
              <p:nvPr/>
            </p:nvSpPr>
            <p:spPr>
              <a:xfrm>
                <a:off x="16402066" y="20145491"/>
                <a:ext cx="551753" cy="2778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8" name="文本框 1037"/>
              <p:cNvSpPr txBox="1"/>
              <p:nvPr/>
            </p:nvSpPr>
            <p:spPr>
              <a:xfrm>
                <a:off x="14266526" y="16694766"/>
                <a:ext cx="567781" cy="2778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9" name="文本框 1038"/>
              <p:cNvSpPr txBox="1"/>
              <p:nvPr/>
            </p:nvSpPr>
            <p:spPr>
              <a:xfrm>
                <a:off x="9540778" y="15192675"/>
                <a:ext cx="519692" cy="2778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altLang="zh-C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46" name="直接连接符 1045"/>
            <p:cNvCxnSpPr/>
            <p:nvPr/>
          </p:nvCxnSpPr>
          <p:spPr>
            <a:xfrm flipV="1">
              <a:off x="21776124" y="9828214"/>
              <a:ext cx="3802828" cy="16618"/>
            </a:xfrm>
            <a:prstGeom prst="line">
              <a:avLst/>
            </a:prstGeom>
            <a:ln w="508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4" name="图形 1023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002289" y="8362735"/>
              <a:ext cx="1215072" cy="1497714"/>
            </a:xfrm>
            <a:prstGeom prst="rect">
              <a:avLst/>
            </a:prstGeom>
          </p:spPr>
        </p:pic>
        <p:pic>
          <p:nvPicPr>
            <p:cNvPr id="1025" name="图形 1024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4700563" y="8310542"/>
              <a:ext cx="1215072" cy="1497714"/>
            </a:xfrm>
            <a:prstGeom prst="rect">
              <a:avLst/>
            </a:prstGeom>
          </p:spPr>
        </p:pic>
        <p:cxnSp>
          <p:nvCxnSpPr>
            <p:cNvPr id="1056" name="直接箭头连接符 1055"/>
            <p:cNvCxnSpPr/>
            <p:nvPr/>
          </p:nvCxnSpPr>
          <p:spPr>
            <a:xfrm flipV="1">
              <a:off x="23231814" y="11370013"/>
              <a:ext cx="701488" cy="16618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直接箭头连接符 1056"/>
            <p:cNvCxnSpPr/>
            <p:nvPr/>
          </p:nvCxnSpPr>
          <p:spPr>
            <a:xfrm flipV="1">
              <a:off x="26715822" y="11336776"/>
              <a:ext cx="701488" cy="16618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9" name="文本框 1058"/>
                <p:cNvSpPr txBox="1"/>
                <p:nvPr/>
              </p:nvSpPr>
              <p:spPr>
                <a:xfrm>
                  <a:off x="21645035" y="8903176"/>
                  <a:ext cx="1722149" cy="9219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800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4800" b="1" i="1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4800" b="0" smtClean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in</m:t>
                            </m:r>
                          </m:sub>
                        </m:sSub>
                      </m:oMath>
                    </m:oMathPara>
                  </a14:m>
                  <a:endParaRPr lang="zh-CN" alt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59" name="文本框 10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5035" y="8903176"/>
                  <a:ext cx="1722149" cy="921945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7" name="任意多边形: 形状 1066"/>
            <p:cNvSpPr/>
            <p:nvPr/>
          </p:nvSpPr>
          <p:spPr>
            <a:xfrm>
              <a:off x="12318453" y="7848369"/>
              <a:ext cx="5929399" cy="1679453"/>
            </a:xfrm>
            <a:custGeom>
              <a:avLst/>
              <a:gdLst>
                <a:gd name="connsiteX0" fmla="*/ 0 w 4315968"/>
                <a:gd name="connsiteY0" fmla="*/ 0 h 1280160"/>
                <a:gd name="connsiteX1" fmla="*/ 2834640 w 4315968"/>
                <a:gd name="connsiteY1" fmla="*/ 914400 h 1280160"/>
                <a:gd name="connsiteX2" fmla="*/ 4315968 w 4315968"/>
                <a:gd name="connsiteY2" fmla="*/ 128016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5968" h="1280160">
                  <a:moveTo>
                    <a:pt x="0" y="0"/>
                  </a:moveTo>
                  <a:lnTo>
                    <a:pt x="2834640" y="914400"/>
                  </a:lnTo>
                  <a:cubicBezTo>
                    <a:pt x="3553968" y="1127760"/>
                    <a:pt x="4117848" y="1234440"/>
                    <a:pt x="4315968" y="1280160"/>
                  </a:cubicBezTo>
                </a:path>
              </a:pathLst>
            </a:custGeom>
            <a:noFill/>
            <a:ln w="508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9" name="任意多边形: 形状 1068"/>
            <p:cNvSpPr/>
            <p:nvPr/>
          </p:nvSpPr>
          <p:spPr>
            <a:xfrm>
              <a:off x="19683604" y="9728777"/>
              <a:ext cx="2515469" cy="114631"/>
            </a:xfrm>
            <a:custGeom>
              <a:avLst/>
              <a:gdLst>
                <a:gd name="connsiteX0" fmla="*/ 0 w 1958049"/>
                <a:gd name="connsiteY0" fmla="*/ 0 h 119536"/>
                <a:gd name="connsiteX1" fmla="*/ 1005840 w 1958049"/>
                <a:gd name="connsiteY1" fmla="*/ 91440 h 119536"/>
                <a:gd name="connsiteX2" fmla="*/ 1956816 w 1958049"/>
                <a:gd name="connsiteY2" fmla="*/ 54864 h 11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58049" h="119536">
                  <a:moveTo>
                    <a:pt x="0" y="0"/>
                  </a:moveTo>
                  <a:cubicBezTo>
                    <a:pt x="339852" y="41148"/>
                    <a:pt x="679704" y="82296"/>
                    <a:pt x="1005840" y="91440"/>
                  </a:cubicBezTo>
                  <a:cubicBezTo>
                    <a:pt x="1331976" y="100584"/>
                    <a:pt x="1990344" y="167640"/>
                    <a:pt x="1956816" y="54864"/>
                  </a:cubicBezTo>
                </a:path>
              </a:pathLst>
            </a:custGeom>
            <a:noFill/>
            <a:ln w="508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2" name="文本框 1071"/>
            <p:cNvSpPr txBox="1"/>
            <p:nvPr/>
          </p:nvSpPr>
          <p:spPr>
            <a:xfrm>
              <a:off x="18567641" y="8791183"/>
              <a:ext cx="11159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CN" sz="8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机械臂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0" y="6339205"/>
            <a:ext cx="27785060" cy="20838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9" descr="output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9955" y="6757035"/>
            <a:ext cx="23124160" cy="19680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104265" y="11609705"/>
            <a:ext cx="27699970" cy="9564370"/>
            <a:chOff x="1739" y="18283"/>
            <a:chExt cx="43622" cy="15062"/>
          </a:xfrm>
        </p:grpSpPr>
        <p:pic>
          <p:nvPicPr>
            <p:cNvPr id="5" name="图片 4" descr="Modeling部分散点图"/>
            <p:cNvPicPr>
              <a:picLocks noChangeAspect="1"/>
            </p:cNvPicPr>
            <p:nvPr/>
          </p:nvPicPr>
          <p:blipFill>
            <a:blip r:embed="rId1"/>
            <a:srcRect l="5663" t="9546" b="3626"/>
            <a:stretch>
              <a:fillRect/>
            </a:stretch>
          </p:blipFill>
          <p:spPr>
            <a:xfrm>
              <a:off x="1739" y="18283"/>
              <a:ext cx="20456" cy="15063"/>
            </a:xfrm>
            <a:prstGeom prst="rect">
              <a:avLst/>
            </a:prstGeom>
          </p:spPr>
        </p:pic>
        <p:pic>
          <p:nvPicPr>
            <p:cNvPr id="4" name="图片 3" descr="modeling部分柱状图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07" y="18283"/>
              <a:ext cx="24754" cy="148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34870" y="7125335"/>
            <a:ext cx="28070810" cy="18942685"/>
            <a:chOff x="3362" y="11221"/>
            <a:chExt cx="44206" cy="2983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5" y="19761"/>
              <a:ext cx="9383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1" y="19761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39" y="19761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14" name="图片 13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31" y="19761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25" name="图片 24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0" y="12673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6" y="12673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54" y="12673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31" name="图片 30"/>
            <p:cNvPicPr/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32" y="12673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33" name="图片 32"/>
            <p:cNvPicPr/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5" y="33937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1" y="33964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39" y="33937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39" name="图片 38"/>
            <p:cNvPicPr/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6" y="33937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42" name="图片 41"/>
            <p:cNvPicPr/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5" y="26849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1" y="26849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69" y="26849"/>
              <a:ext cx="10100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pic>
          <p:nvPicPr>
            <p:cNvPr id="50" name="图片 49"/>
            <p:cNvPicPr/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31" y="26849"/>
              <a:ext cx="9382" cy="7088"/>
            </a:xfrm>
            <a:prstGeom prst="rect">
              <a:avLst/>
            </a:prstGeom>
            <a:ln w="47625">
              <a:solidFill>
                <a:schemeClr val="accent1"/>
              </a:solidFill>
            </a:ln>
          </p:spPr>
        </p:pic>
        <p:sp>
          <p:nvSpPr>
            <p:cNvPr id="53" name="文本框 52"/>
            <p:cNvSpPr txBox="1"/>
            <p:nvPr/>
          </p:nvSpPr>
          <p:spPr>
            <a:xfrm>
              <a:off x="8961" y="11221"/>
              <a:ext cx="5891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RGB Image</a:t>
              </a: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5631" y="11225"/>
              <a:ext cx="13942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2D-OBB (Instance Seg)</a:t>
              </a: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8029" y="11225"/>
              <a:ext cx="10454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3D-OBB  (Point Cloud)</a:t>
              </a: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9012" y="11261"/>
              <a:ext cx="8557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OBB (Top View)</a:t>
              </a:r>
              <a:endPara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362" y="15809"/>
              <a:ext cx="2542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362" y="22765"/>
              <a:ext cx="2542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362" y="30491"/>
              <a:ext cx="2542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62" y="38217"/>
              <a:ext cx="2542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726727" y="4352543"/>
            <a:ext cx="28111516" cy="10184853"/>
            <a:chOff x="726727" y="4352543"/>
            <a:chExt cx="28111516" cy="10184853"/>
          </a:xfrm>
        </p:grpSpPr>
        <p:grpSp>
          <p:nvGrpSpPr>
            <p:cNvPr id="60" name="组合 59"/>
            <p:cNvGrpSpPr/>
            <p:nvPr/>
          </p:nvGrpSpPr>
          <p:grpSpPr>
            <a:xfrm>
              <a:off x="726727" y="4352543"/>
              <a:ext cx="28111516" cy="10184853"/>
              <a:chOff x="726727" y="4352543"/>
              <a:chExt cx="28111516" cy="10184853"/>
            </a:xfrm>
          </p:grpSpPr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6727" y="4352543"/>
                <a:ext cx="6758847" cy="4554197"/>
              </a:xfrm>
              <a:prstGeom prst="rect">
                <a:avLst/>
              </a:prstGeom>
              <a:ln w="28575">
                <a:solidFill>
                  <a:schemeClr val="accent1">
                    <a:shade val="15000"/>
                  </a:schemeClr>
                </a:solidFill>
              </a:ln>
            </p:spPr>
          </p:pic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76987">
                <a:off x="1155985" y="9664377"/>
                <a:ext cx="5670555" cy="4873019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46898" y="4352543"/>
                <a:ext cx="6758847" cy="4554197"/>
              </a:xfrm>
              <a:prstGeom prst="rect">
                <a:avLst/>
              </a:prstGeom>
              <a:ln w="28575">
                <a:solidFill>
                  <a:schemeClr val="accent1">
                    <a:shade val="15000"/>
                  </a:schemeClr>
                </a:solidFill>
              </a:ln>
            </p:spPr>
          </p:pic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85946">
                <a:off x="7814400" y="9543510"/>
                <a:ext cx="6437543" cy="4975598"/>
              </a:xfrm>
              <a:prstGeom prst="rect">
                <a:avLst/>
              </a:prstGeom>
            </p:spPr>
          </p:pic>
          <p:pic>
            <p:nvPicPr>
              <p:cNvPr id="53" name="图片 52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926827">
                <a:off x="21967299" y="9525018"/>
                <a:ext cx="6758846" cy="4848927"/>
              </a:xfrm>
              <a:prstGeom prst="rect">
                <a:avLst/>
              </a:prstGeom>
            </p:spPr>
          </p:pic>
          <p:pic>
            <p:nvPicPr>
              <p:cNvPr id="55" name="图片 54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79396" y="4352543"/>
                <a:ext cx="6758847" cy="4554197"/>
              </a:xfrm>
              <a:prstGeom prst="rect">
                <a:avLst/>
              </a:prstGeom>
              <a:ln w="28575">
                <a:solidFill>
                  <a:schemeClr val="accent1">
                    <a:shade val="15000"/>
                  </a:schemeClr>
                </a:solidFill>
              </a:ln>
            </p:spPr>
          </p:pic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47420">
                <a:off x="14706028" y="9561798"/>
                <a:ext cx="6965197" cy="4848927"/>
              </a:xfrm>
              <a:prstGeom prst="rect">
                <a:avLst/>
              </a:prstGeom>
            </p:spPr>
          </p:pic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63147" y="4352543"/>
                <a:ext cx="6758847" cy="4554197"/>
              </a:xfrm>
              <a:prstGeom prst="rect">
                <a:avLst/>
              </a:prstGeom>
              <a:ln w="28575">
                <a:solidFill>
                  <a:schemeClr val="accent1">
                    <a:shade val="15000"/>
                  </a:schemeClr>
                </a:solidFill>
              </a:ln>
            </p:spPr>
          </p:pic>
        </p:grpSp>
        <p:sp>
          <p:nvSpPr>
            <p:cNvPr id="61" name="矩形 60"/>
            <p:cNvSpPr/>
            <p:nvPr/>
          </p:nvSpPr>
          <p:spPr>
            <a:xfrm>
              <a:off x="726727" y="4352544"/>
              <a:ext cx="28111515" cy="10184852"/>
            </a:xfrm>
            <a:prstGeom prst="rect">
              <a:avLst/>
            </a:prstGeom>
            <a:noFill/>
            <a:ln w="539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726727" y="9217152"/>
              <a:ext cx="6758846" cy="532024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7846899" y="9217152"/>
              <a:ext cx="6758846" cy="532024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15000281" y="9217152"/>
              <a:ext cx="6758846" cy="532024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22079396" y="9217152"/>
              <a:ext cx="6758846" cy="532024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758950" y="6102350"/>
            <a:ext cx="23685500" cy="7277735"/>
            <a:chOff x="2770" y="9610"/>
            <a:chExt cx="37300" cy="11461"/>
          </a:xfrm>
        </p:grpSpPr>
        <p:pic>
          <p:nvPicPr>
            <p:cNvPr id="11" name="图片 10" descr="pic1_2"/>
            <p:cNvPicPr>
              <a:picLocks noChangeAspect="1"/>
            </p:cNvPicPr>
            <p:nvPr/>
          </p:nvPicPr>
          <p:blipFill>
            <a:blip r:embed="rId1"/>
            <a:srcRect r="9075"/>
            <a:stretch>
              <a:fillRect/>
            </a:stretch>
          </p:blipFill>
          <p:spPr>
            <a:xfrm>
              <a:off x="2800" y="9610"/>
              <a:ext cx="9097" cy="5610"/>
            </a:xfrm>
            <a:prstGeom prst="rect">
              <a:avLst/>
            </a:prstGeom>
          </p:spPr>
        </p:pic>
        <p:pic>
          <p:nvPicPr>
            <p:cNvPr id="12" name="图片 11" descr="pic1_3"/>
            <p:cNvPicPr>
              <a:picLocks noChangeAspect="1"/>
            </p:cNvPicPr>
            <p:nvPr/>
          </p:nvPicPr>
          <p:blipFill>
            <a:blip r:embed="rId2"/>
            <a:srcRect r="9055"/>
            <a:stretch>
              <a:fillRect/>
            </a:stretch>
          </p:blipFill>
          <p:spPr>
            <a:xfrm>
              <a:off x="30972" y="9610"/>
              <a:ext cx="9099" cy="5610"/>
            </a:xfrm>
            <a:prstGeom prst="rect">
              <a:avLst/>
            </a:prstGeom>
          </p:spPr>
        </p:pic>
        <p:pic>
          <p:nvPicPr>
            <p:cNvPr id="14" name="图片 13" descr="pic2"/>
            <p:cNvPicPr>
              <a:picLocks noChangeAspect="1"/>
            </p:cNvPicPr>
            <p:nvPr/>
          </p:nvPicPr>
          <p:blipFill>
            <a:blip r:embed="rId3"/>
            <a:srcRect r="9491"/>
            <a:stretch>
              <a:fillRect/>
            </a:stretch>
          </p:blipFill>
          <p:spPr>
            <a:xfrm>
              <a:off x="30998" y="15459"/>
              <a:ext cx="9069" cy="5610"/>
            </a:xfrm>
            <a:prstGeom prst="rect">
              <a:avLst/>
            </a:prstGeom>
          </p:spPr>
        </p:pic>
        <p:pic>
          <p:nvPicPr>
            <p:cNvPr id="16" name="图片 15" descr="pic2_1"/>
            <p:cNvPicPr/>
            <p:nvPr/>
          </p:nvPicPr>
          <p:blipFill>
            <a:blip r:embed="rId4"/>
            <a:srcRect r="9537"/>
            <a:stretch>
              <a:fillRect/>
            </a:stretch>
          </p:blipFill>
          <p:spPr>
            <a:xfrm>
              <a:off x="12190" y="9613"/>
              <a:ext cx="9097" cy="5607"/>
            </a:xfrm>
            <a:prstGeom prst="rect">
              <a:avLst/>
            </a:prstGeom>
          </p:spPr>
        </p:pic>
        <p:pic>
          <p:nvPicPr>
            <p:cNvPr id="18" name="图片 17" descr="pic2_3"/>
            <p:cNvPicPr>
              <a:picLocks noChangeAspect="1"/>
            </p:cNvPicPr>
            <p:nvPr/>
          </p:nvPicPr>
          <p:blipFill>
            <a:blip r:embed="rId5"/>
            <a:srcRect r="9375"/>
            <a:stretch>
              <a:fillRect/>
            </a:stretch>
          </p:blipFill>
          <p:spPr>
            <a:xfrm>
              <a:off x="21610" y="15459"/>
              <a:ext cx="9067" cy="5610"/>
            </a:xfrm>
            <a:prstGeom prst="rect">
              <a:avLst/>
            </a:prstGeom>
          </p:spPr>
        </p:pic>
        <p:pic>
          <p:nvPicPr>
            <p:cNvPr id="21" name="图片 20" descr="pic1_0"/>
            <p:cNvPicPr>
              <a:picLocks noChangeAspect="1"/>
            </p:cNvPicPr>
            <p:nvPr/>
          </p:nvPicPr>
          <p:blipFill>
            <a:blip r:embed="rId6"/>
            <a:srcRect r="9463"/>
            <a:stretch>
              <a:fillRect/>
            </a:stretch>
          </p:blipFill>
          <p:spPr>
            <a:xfrm>
              <a:off x="12190" y="15477"/>
              <a:ext cx="9099" cy="5595"/>
            </a:xfrm>
            <a:prstGeom prst="rect">
              <a:avLst/>
            </a:prstGeom>
          </p:spPr>
        </p:pic>
        <p:pic>
          <p:nvPicPr>
            <p:cNvPr id="22" name="图片 21" descr="pic_1_1"/>
            <p:cNvPicPr/>
            <p:nvPr/>
          </p:nvPicPr>
          <p:blipFill>
            <a:blip r:embed="rId7"/>
            <a:srcRect r="9454"/>
            <a:stretch>
              <a:fillRect/>
            </a:stretch>
          </p:blipFill>
          <p:spPr>
            <a:xfrm>
              <a:off x="2770" y="15459"/>
              <a:ext cx="9099" cy="5613"/>
            </a:xfrm>
            <a:prstGeom prst="rect">
              <a:avLst/>
            </a:prstGeom>
          </p:spPr>
        </p:pic>
        <p:pic>
          <p:nvPicPr>
            <p:cNvPr id="23" name="图片 22" descr="pic_2_2"/>
            <p:cNvPicPr>
              <a:picLocks noChangeAspect="1"/>
            </p:cNvPicPr>
            <p:nvPr/>
          </p:nvPicPr>
          <p:blipFill>
            <a:blip r:embed="rId8"/>
            <a:srcRect r="9192"/>
            <a:stretch>
              <a:fillRect/>
            </a:stretch>
          </p:blipFill>
          <p:spPr>
            <a:xfrm>
              <a:off x="21580" y="9610"/>
              <a:ext cx="9099" cy="561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6106415" y="6104192"/>
                <a:ext cx="144843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0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415" y="6104192"/>
                <a:ext cx="1448435" cy="706755"/>
              </a:xfrm>
              <a:prstGeom prst="rect">
                <a:avLst/>
              </a:prstGeom>
              <a:blipFill rotWithShape="1">
                <a:blip r:embed="rId9"/>
                <a:stretch>
                  <a:fillRect l="-18" t="-81" r="-4849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11750295" y="6102287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0295" y="6102287"/>
                <a:ext cx="1767205" cy="706755"/>
              </a:xfrm>
              <a:prstGeom prst="rect">
                <a:avLst/>
              </a:prstGeom>
              <a:blipFill rotWithShape="1">
                <a:blip r:embed="rId10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17712945" y="6102287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2945" y="6102287"/>
                <a:ext cx="1767205" cy="706755"/>
              </a:xfrm>
              <a:prstGeom prst="rect">
                <a:avLst/>
              </a:prstGeom>
              <a:blipFill rotWithShape="1">
                <a:blip r:embed="rId11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23675595" y="6104192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6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5595" y="6104192"/>
                <a:ext cx="1767205" cy="706755"/>
              </a:xfrm>
              <a:prstGeom prst="rect">
                <a:avLst/>
              </a:prstGeom>
              <a:blipFill rotWithShape="1">
                <a:blip r:embed="rId12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5769865" y="9827832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865" y="9827832"/>
                <a:ext cx="1767205" cy="706755"/>
              </a:xfrm>
              <a:prstGeom prst="rect">
                <a:avLst/>
              </a:prstGeom>
              <a:blipFill rotWithShape="1">
                <a:blip r:embed="rId13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11751565" y="9816402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565" y="9816402"/>
                <a:ext cx="1767205" cy="706755"/>
              </a:xfrm>
              <a:prstGeom prst="rect">
                <a:avLst/>
              </a:prstGeom>
              <a:blipFill rotWithShape="1">
                <a:blip r:embed="rId10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17733265" y="9827832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3265" y="9827832"/>
                <a:ext cx="1767205" cy="706755"/>
              </a:xfrm>
              <a:prstGeom prst="rect">
                <a:avLst/>
              </a:prstGeom>
              <a:blipFill rotWithShape="1">
                <a:blip r:embed="rId11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23675595" y="9827832"/>
                <a:ext cx="1767205" cy="706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6</m:t>
                      </m:r>
                      <m:r>
                        <a:rPr lang="en-US" altLang="zh-CN" sz="4000" i="1">
                          <a:solidFill>
                            <a:srgbClr val="FFFF00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𝑠</m:t>
                      </m:r>
                    </m:oMath>
                  </m:oMathPara>
                </a14:m>
                <a:endParaRPr lang="en-US" altLang="zh-CN" sz="4000" i="1">
                  <a:solidFill>
                    <a:srgbClr val="FFFF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5595" y="9827832"/>
                <a:ext cx="1767205" cy="706755"/>
              </a:xfrm>
              <a:prstGeom prst="rect">
                <a:avLst/>
              </a:prstGeom>
              <a:blipFill rotWithShape="1">
                <a:blip r:embed="rId12"/>
                <a:stretch>
                  <a:fillRect l="-14" t="-81" r="-3974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938</Words>
  <Application>WPS 演示</Application>
  <PresentationFormat>自定义</PresentationFormat>
  <Paragraphs>161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微软雅黑</vt:lpstr>
      <vt:lpstr>Droid Sans Fallback</vt:lpstr>
      <vt:lpstr>DejaVu Math TeX Gyre</vt:lpstr>
      <vt:lpstr>MS Mincho</vt:lpstr>
      <vt:lpstr>宋体</vt:lpstr>
      <vt:lpstr>Arial Unicode MS</vt:lpstr>
      <vt:lpstr>等线 Light</vt:lpstr>
      <vt:lpstr>Comfortaa Light</vt:lpstr>
      <vt:lpstr>Calibri Light</vt:lpstr>
      <vt:lpstr>等线</vt:lpstr>
      <vt:lpstr>Calibri</vt:lpstr>
      <vt:lpstr>Trebuchet MS</vt:lpstr>
      <vt:lpstr>OpenSymbol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KingRange</dc:creator>
  <cp:lastModifiedBy>lab423</cp:lastModifiedBy>
  <cp:revision>843</cp:revision>
  <dcterms:created xsi:type="dcterms:W3CDTF">2026-10-17T05:38:09Z</dcterms:created>
  <dcterms:modified xsi:type="dcterms:W3CDTF">2026-10-17T05:38:09Z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670C3BA9D0634024A1CFE2F69CE7A72E_12</vt:lpwstr>
  </property>
</Properties>
</file>